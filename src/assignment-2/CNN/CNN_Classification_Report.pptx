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654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FB341-BC87-4DE1-83ED-0030540C3A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A8C066-77AE-4AAA-AAB3-9BA4878054E6}">
      <dgm:prSet/>
      <dgm:spPr/>
      <dgm:t>
        <a:bodyPr/>
        <a:lstStyle/>
        <a:p>
          <a:r>
            <a:rPr lang="en-US"/>
            <a:t>• Dataset: 12 Celestial Classes</a:t>
          </a:r>
        </a:p>
      </dgm:t>
    </dgm:pt>
    <dgm:pt modelId="{E9FA0398-A6FF-4A43-B6D1-52F3CE995F71}" type="parTrans" cxnId="{5A2765A2-89E0-46B8-A4E7-9F20795D3156}">
      <dgm:prSet/>
      <dgm:spPr/>
      <dgm:t>
        <a:bodyPr/>
        <a:lstStyle/>
        <a:p>
          <a:endParaRPr lang="en-US"/>
        </a:p>
      </dgm:t>
    </dgm:pt>
    <dgm:pt modelId="{BC524FDD-A14A-442F-B0BE-3FC00FE9CE41}" type="sibTrans" cxnId="{5A2765A2-89E0-46B8-A4E7-9F20795D3156}">
      <dgm:prSet/>
      <dgm:spPr/>
      <dgm:t>
        <a:bodyPr/>
        <a:lstStyle/>
        <a:p>
          <a:endParaRPr lang="en-US"/>
        </a:p>
      </dgm:t>
    </dgm:pt>
    <dgm:pt modelId="{DC5B1800-764C-4677-A8ED-18A0B2DB9AAD}">
      <dgm:prSet/>
      <dgm:spPr/>
      <dgm:t>
        <a:bodyPr/>
        <a:lstStyle/>
        <a:p>
          <a:r>
            <a:rPr lang="en-US"/>
            <a:t>- Asteroid, Black Hole, Earth, Galaxy, Jupiter, Mars, Mercury,</a:t>
          </a:r>
        </a:p>
      </dgm:t>
    </dgm:pt>
    <dgm:pt modelId="{D35F11D4-E142-4419-8BBD-37C4DBB03865}" type="parTrans" cxnId="{F2086D97-BF78-4256-9199-3E41AAF7A9F9}">
      <dgm:prSet/>
      <dgm:spPr/>
      <dgm:t>
        <a:bodyPr/>
        <a:lstStyle/>
        <a:p>
          <a:endParaRPr lang="en-US"/>
        </a:p>
      </dgm:t>
    </dgm:pt>
    <dgm:pt modelId="{928208B2-2761-45CD-8DD3-6C129EECA693}" type="sibTrans" cxnId="{F2086D97-BF78-4256-9199-3E41AAF7A9F9}">
      <dgm:prSet/>
      <dgm:spPr/>
      <dgm:t>
        <a:bodyPr/>
        <a:lstStyle/>
        <a:p>
          <a:endParaRPr lang="en-US"/>
        </a:p>
      </dgm:t>
    </dgm:pt>
    <dgm:pt modelId="{3056294E-C734-409D-9751-E6F5126AE920}">
      <dgm:prSet/>
      <dgm:spPr/>
      <dgm:t>
        <a:bodyPr/>
        <a:lstStyle/>
        <a:p>
          <a:r>
            <a:rPr lang="en-US"/>
            <a:t>Neptune, Pluto, Saturn, Uranus, Venus</a:t>
          </a:r>
        </a:p>
      </dgm:t>
    </dgm:pt>
    <dgm:pt modelId="{2C2AC6D5-239B-4782-AEDD-008376069912}" type="parTrans" cxnId="{6671B0A0-F754-4E68-B43C-DFCB2FAB2F0C}">
      <dgm:prSet/>
      <dgm:spPr/>
      <dgm:t>
        <a:bodyPr/>
        <a:lstStyle/>
        <a:p>
          <a:endParaRPr lang="en-US"/>
        </a:p>
      </dgm:t>
    </dgm:pt>
    <dgm:pt modelId="{D789AE8B-2315-4F46-932E-554A9133F7ED}" type="sibTrans" cxnId="{6671B0A0-F754-4E68-B43C-DFCB2FAB2F0C}">
      <dgm:prSet/>
      <dgm:spPr/>
      <dgm:t>
        <a:bodyPr/>
        <a:lstStyle/>
        <a:p>
          <a:endParaRPr lang="en-US"/>
        </a:p>
      </dgm:t>
    </dgm:pt>
    <dgm:pt modelId="{3EB17DD9-9BBE-4C12-AA80-F972D9D57AB1}">
      <dgm:prSet/>
      <dgm:spPr/>
      <dgm:t>
        <a:bodyPr/>
        <a:lstStyle/>
        <a:p>
          <a:r>
            <a:rPr lang="en-US"/>
            <a:t>• Objective: Classify astronomical images using CNN</a:t>
          </a:r>
        </a:p>
      </dgm:t>
    </dgm:pt>
    <dgm:pt modelId="{9D53CA73-00A8-4ADE-8769-CEAFAE393D69}" type="parTrans" cxnId="{4A2F19C8-92F3-4249-A360-839D060B1B84}">
      <dgm:prSet/>
      <dgm:spPr/>
      <dgm:t>
        <a:bodyPr/>
        <a:lstStyle/>
        <a:p>
          <a:endParaRPr lang="en-US"/>
        </a:p>
      </dgm:t>
    </dgm:pt>
    <dgm:pt modelId="{FC6370EF-5756-4518-AD9B-5C0563E285F0}" type="sibTrans" cxnId="{4A2F19C8-92F3-4249-A360-839D060B1B84}">
      <dgm:prSet/>
      <dgm:spPr/>
      <dgm:t>
        <a:bodyPr/>
        <a:lstStyle/>
        <a:p>
          <a:endParaRPr lang="en-US"/>
        </a:p>
      </dgm:t>
    </dgm:pt>
    <dgm:pt modelId="{6E399D1F-66D3-4185-9B2C-98186EA56D86}">
      <dgm:prSet/>
      <dgm:spPr/>
      <dgm:t>
        <a:bodyPr/>
        <a:lstStyle/>
        <a:p>
          <a:r>
            <a:rPr lang="en-US"/>
            <a:t>• Approach: AlexNet + Data Augmentation + Optuna Optimization</a:t>
          </a:r>
        </a:p>
      </dgm:t>
    </dgm:pt>
    <dgm:pt modelId="{46D1E979-F261-47F1-A2D2-90CC3FE8B8F7}" type="parTrans" cxnId="{54E2F28E-1487-46A8-81CD-7E86518F4E80}">
      <dgm:prSet/>
      <dgm:spPr/>
      <dgm:t>
        <a:bodyPr/>
        <a:lstStyle/>
        <a:p>
          <a:endParaRPr lang="en-US"/>
        </a:p>
      </dgm:t>
    </dgm:pt>
    <dgm:pt modelId="{C9C4749B-BCAD-4A02-8278-8A74E4F28ABF}" type="sibTrans" cxnId="{54E2F28E-1487-46A8-81CD-7E86518F4E80}">
      <dgm:prSet/>
      <dgm:spPr/>
      <dgm:t>
        <a:bodyPr/>
        <a:lstStyle/>
        <a:p>
          <a:endParaRPr lang="en-US"/>
        </a:p>
      </dgm:t>
    </dgm:pt>
    <dgm:pt modelId="{B6698988-176F-46FB-9139-395D0BB6DC67}">
      <dgm:prSet/>
      <dgm:spPr/>
      <dgm:t>
        <a:bodyPr/>
        <a:lstStyle/>
        <a:p>
          <a:r>
            <a:rPr lang="en-US"/>
            <a:t>• Result: High accuracy classification with optimized hyperparameters</a:t>
          </a:r>
        </a:p>
      </dgm:t>
    </dgm:pt>
    <dgm:pt modelId="{2F29B8E7-75E2-4598-9D6B-F73FDA4D8168}" type="parTrans" cxnId="{03285748-FB56-43AF-A972-44AB0FD3F934}">
      <dgm:prSet/>
      <dgm:spPr/>
      <dgm:t>
        <a:bodyPr/>
        <a:lstStyle/>
        <a:p>
          <a:endParaRPr lang="en-US"/>
        </a:p>
      </dgm:t>
    </dgm:pt>
    <dgm:pt modelId="{5FF9CAE8-11C9-4ECE-873C-EA3CA3DB5E88}" type="sibTrans" cxnId="{03285748-FB56-43AF-A972-44AB0FD3F934}">
      <dgm:prSet/>
      <dgm:spPr/>
      <dgm:t>
        <a:bodyPr/>
        <a:lstStyle/>
        <a:p>
          <a:endParaRPr lang="en-US"/>
        </a:p>
      </dgm:t>
    </dgm:pt>
    <dgm:pt modelId="{64D70049-29D8-4B19-9A72-27F85B6A05CD}" type="pres">
      <dgm:prSet presAssocID="{215FB341-BC87-4DE1-83ED-0030540C3AE3}" presName="linear" presStyleCnt="0">
        <dgm:presLayoutVars>
          <dgm:animLvl val="lvl"/>
          <dgm:resizeHandles val="exact"/>
        </dgm:presLayoutVars>
      </dgm:prSet>
      <dgm:spPr/>
    </dgm:pt>
    <dgm:pt modelId="{8BA5F998-004E-4DBA-96EB-C384666AE099}" type="pres">
      <dgm:prSet presAssocID="{6FA8C066-77AE-4AAA-AAB3-9BA4878054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01697E0-F3C6-44F7-969E-E84A78D742D1}" type="pres">
      <dgm:prSet presAssocID="{BC524FDD-A14A-442F-B0BE-3FC00FE9CE41}" presName="spacer" presStyleCnt="0"/>
      <dgm:spPr/>
    </dgm:pt>
    <dgm:pt modelId="{0BB19581-4B37-4394-8107-6B6CDA03FBF1}" type="pres">
      <dgm:prSet presAssocID="{DC5B1800-764C-4677-A8ED-18A0B2DB9AA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4FAB2DA-77A1-4D10-BB17-9F6AFE8F9CF5}" type="pres">
      <dgm:prSet presAssocID="{928208B2-2761-45CD-8DD3-6C129EECA693}" presName="spacer" presStyleCnt="0"/>
      <dgm:spPr/>
    </dgm:pt>
    <dgm:pt modelId="{E22C29FF-8366-4FE8-A7F4-DD84B165644E}" type="pres">
      <dgm:prSet presAssocID="{3056294E-C734-409D-9751-E6F5126AE92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DC1E607-25B9-44CF-857F-09CDB4D1CAE8}" type="pres">
      <dgm:prSet presAssocID="{D789AE8B-2315-4F46-932E-554A9133F7ED}" presName="spacer" presStyleCnt="0"/>
      <dgm:spPr/>
    </dgm:pt>
    <dgm:pt modelId="{7A23D590-9724-4167-ABCF-DEECB831D819}" type="pres">
      <dgm:prSet presAssocID="{3EB17DD9-9BBE-4C12-AA80-F972D9D57AB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2DC14B4-E49C-4128-AE93-425659952595}" type="pres">
      <dgm:prSet presAssocID="{FC6370EF-5756-4518-AD9B-5C0563E285F0}" presName="spacer" presStyleCnt="0"/>
      <dgm:spPr/>
    </dgm:pt>
    <dgm:pt modelId="{EE9B853D-D82D-4274-8186-CB86F4DF28A5}" type="pres">
      <dgm:prSet presAssocID="{6E399D1F-66D3-4185-9B2C-98186EA56D8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F1330F9-764F-48AC-BBC5-12E719392316}" type="pres">
      <dgm:prSet presAssocID="{C9C4749B-BCAD-4A02-8278-8A74E4F28ABF}" presName="spacer" presStyleCnt="0"/>
      <dgm:spPr/>
    </dgm:pt>
    <dgm:pt modelId="{46C74DFC-4657-4715-9462-E31713220CF0}" type="pres">
      <dgm:prSet presAssocID="{B6698988-176F-46FB-9139-395D0BB6DC6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3285748-FB56-43AF-A972-44AB0FD3F934}" srcId="{215FB341-BC87-4DE1-83ED-0030540C3AE3}" destId="{B6698988-176F-46FB-9139-395D0BB6DC67}" srcOrd="5" destOrd="0" parTransId="{2F29B8E7-75E2-4598-9D6B-F73FDA4D8168}" sibTransId="{5FF9CAE8-11C9-4ECE-873C-EA3CA3DB5E88}"/>
    <dgm:cxn modelId="{2B7A844E-72F4-4A20-82C0-073301040439}" type="presOf" srcId="{6FA8C066-77AE-4AAA-AAB3-9BA4878054E6}" destId="{8BA5F998-004E-4DBA-96EB-C384666AE099}" srcOrd="0" destOrd="0" presId="urn:microsoft.com/office/officeart/2005/8/layout/vList2"/>
    <dgm:cxn modelId="{DF742750-8B07-4949-8B20-F0E325EB5AB4}" type="presOf" srcId="{DC5B1800-764C-4677-A8ED-18A0B2DB9AAD}" destId="{0BB19581-4B37-4394-8107-6B6CDA03FBF1}" srcOrd="0" destOrd="0" presId="urn:microsoft.com/office/officeart/2005/8/layout/vList2"/>
    <dgm:cxn modelId="{54E2F28E-1487-46A8-81CD-7E86518F4E80}" srcId="{215FB341-BC87-4DE1-83ED-0030540C3AE3}" destId="{6E399D1F-66D3-4185-9B2C-98186EA56D86}" srcOrd="4" destOrd="0" parTransId="{46D1E979-F261-47F1-A2D2-90CC3FE8B8F7}" sibTransId="{C9C4749B-BCAD-4A02-8278-8A74E4F28ABF}"/>
    <dgm:cxn modelId="{F4FA3E94-1ABD-401E-AA2B-CDDC1E011911}" type="presOf" srcId="{3EB17DD9-9BBE-4C12-AA80-F972D9D57AB1}" destId="{7A23D590-9724-4167-ABCF-DEECB831D819}" srcOrd="0" destOrd="0" presId="urn:microsoft.com/office/officeart/2005/8/layout/vList2"/>
    <dgm:cxn modelId="{F2086D97-BF78-4256-9199-3E41AAF7A9F9}" srcId="{215FB341-BC87-4DE1-83ED-0030540C3AE3}" destId="{DC5B1800-764C-4677-A8ED-18A0B2DB9AAD}" srcOrd="1" destOrd="0" parTransId="{D35F11D4-E142-4419-8BBD-37C4DBB03865}" sibTransId="{928208B2-2761-45CD-8DD3-6C129EECA693}"/>
    <dgm:cxn modelId="{6671B0A0-F754-4E68-B43C-DFCB2FAB2F0C}" srcId="{215FB341-BC87-4DE1-83ED-0030540C3AE3}" destId="{3056294E-C734-409D-9751-E6F5126AE920}" srcOrd="2" destOrd="0" parTransId="{2C2AC6D5-239B-4782-AEDD-008376069912}" sibTransId="{D789AE8B-2315-4F46-932E-554A9133F7ED}"/>
    <dgm:cxn modelId="{5A2765A2-89E0-46B8-A4E7-9F20795D3156}" srcId="{215FB341-BC87-4DE1-83ED-0030540C3AE3}" destId="{6FA8C066-77AE-4AAA-AAB3-9BA4878054E6}" srcOrd="0" destOrd="0" parTransId="{E9FA0398-A6FF-4A43-B6D1-52F3CE995F71}" sibTransId="{BC524FDD-A14A-442F-B0BE-3FC00FE9CE41}"/>
    <dgm:cxn modelId="{18609CBC-4400-4B06-B1DC-5F8FFA2E9EEB}" type="presOf" srcId="{6E399D1F-66D3-4185-9B2C-98186EA56D86}" destId="{EE9B853D-D82D-4274-8186-CB86F4DF28A5}" srcOrd="0" destOrd="0" presId="urn:microsoft.com/office/officeart/2005/8/layout/vList2"/>
    <dgm:cxn modelId="{4A2F19C8-92F3-4249-A360-839D060B1B84}" srcId="{215FB341-BC87-4DE1-83ED-0030540C3AE3}" destId="{3EB17DD9-9BBE-4C12-AA80-F972D9D57AB1}" srcOrd="3" destOrd="0" parTransId="{9D53CA73-00A8-4ADE-8769-CEAFAE393D69}" sibTransId="{FC6370EF-5756-4518-AD9B-5C0563E285F0}"/>
    <dgm:cxn modelId="{C40833CC-2722-488B-BFE0-85DF76B3F84F}" type="presOf" srcId="{215FB341-BC87-4DE1-83ED-0030540C3AE3}" destId="{64D70049-29D8-4B19-9A72-27F85B6A05CD}" srcOrd="0" destOrd="0" presId="urn:microsoft.com/office/officeart/2005/8/layout/vList2"/>
    <dgm:cxn modelId="{7A034EDC-8A68-428E-9A31-9736DD75DD8C}" type="presOf" srcId="{B6698988-176F-46FB-9139-395D0BB6DC67}" destId="{46C74DFC-4657-4715-9462-E31713220CF0}" srcOrd="0" destOrd="0" presId="urn:microsoft.com/office/officeart/2005/8/layout/vList2"/>
    <dgm:cxn modelId="{85E96BF7-450B-47DC-93D9-24413DFE5AB9}" type="presOf" srcId="{3056294E-C734-409D-9751-E6F5126AE920}" destId="{E22C29FF-8366-4FE8-A7F4-DD84B165644E}" srcOrd="0" destOrd="0" presId="urn:microsoft.com/office/officeart/2005/8/layout/vList2"/>
    <dgm:cxn modelId="{D35937D4-D769-4BE2-9FC0-0DA9FC9E0598}" type="presParOf" srcId="{64D70049-29D8-4B19-9A72-27F85B6A05CD}" destId="{8BA5F998-004E-4DBA-96EB-C384666AE099}" srcOrd="0" destOrd="0" presId="urn:microsoft.com/office/officeart/2005/8/layout/vList2"/>
    <dgm:cxn modelId="{1EC53124-C293-4A87-A58C-92D211BFAD14}" type="presParOf" srcId="{64D70049-29D8-4B19-9A72-27F85B6A05CD}" destId="{201697E0-F3C6-44F7-969E-E84A78D742D1}" srcOrd="1" destOrd="0" presId="urn:microsoft.com/office/officeart/2005/8/layout/vList2"/>
    <dgm:cxn modelId="{9B303C27-D4D6-4106-82C0-EA829A0E4BAA}" type="presParOf" srcId="{64D70049-29D8-4B19-9A72-27F85B6A05CD}" destId="{0BB19581-4B37-4394-8107-6B6CDA03FBF1}" srcOrd="2" destOrd="0" presId="urn:microsoft.com/office/officeart/2005/8/layout/vList2"/>
    <dgm:cxn modelId="{99C59DC0-01ED-4311-90D8-E21000891A53}" type="presParOf" srcId="{64D70049-29D8-4B19-9A72-27F85B6A05CD}" destId="{F4FAB2DA-77A1-4D10-BB17-9F6AFE8F9CF5}" srcOrd="3" destOrd="0" presId="urn:microsoft.com/office/officeart/2005/8/layout/vList2"/>
    <dgm:cxn modelId="{56E7C487-1DF8-45C1-BC6A-4C6E5DFC7157}" type="presParOf" srcId="{64D70049-29D8-4B19-9A72-27F85B6A05CD}" destId="{E22C29FF-8366-4FE8-A7F4-DD84B165644E}" srcOrd="4" destOrd="0" presId="urn:microsoft.com/office/officeart/2005/8/layout/vList2"/>
    <dgm:cxn modelId="{AD06E2E1-C8EC-4589-96DF-D7E07954F56A}" type="presParOf" srcId="{64D70049-29D8-4B19-9A72-27F85B6A05CD}" destId="{1DC1E607-25B9-44CF-857F-09CDB4D1CAE8}" srcOrd="5" destOrd="0" presId="urn:microsoft.com/office/officeart/2005/8/layout/vList2"/>
    <dgm:cxn modelId="{3933BEF0-DFB5-40CA-B0DD-DA76824EF424}" type="presParOf" srcId="{64D70049-29D8-4B19-9A72-27F85B6A05CD}" destId="{7A23D590-9724-4167-ABCF-DEECB831D819}" srcOrd="6" destOrd="0" presId="urn:microsoft.com/office/officeart/2005/8/layout/vList2"/>
    <dgm:cxn modelId="{4A0B55E7-1E24-4277-9D3D-2FB884337574}" type="presParOf" srcId="{64D70049-29D8-4B19-9A72-27F85B6A05CD}" destId="{02DC14B4-E49C-4128-AE93-425659952595}" srcOrd="7" destOrd="0" presId="urn:microsoft.com/office/officeart/2005/8/layout/vList2"/>
    <dgm:cxn modelId="{4C9E2D89-C75D-4A0B-ABC9-5933DE3E1BA4}" type="presParOf" srcId="{64D70049-29D8-4B19-9A72-27F85B6A05CD}" destId="{EE9B853D-D82D-4274-8186-CB86F4DF28A5}" srcOrd="8" destOrd="0" presId="urn:microsoft.com/office/officeart/2005/8/layout/vList2"/>
    <dgm:cxn modelId="{C3B71C7A-F9B5-41EC-8D41-13EBE5890F6B}" type="presParOf" srcId="{64D70049-29D8-4B19-9A72-27F85B6A05CD}" destId="{CF1330F9-764F-48AC-BBC5-12E719392316}" srcOrd="9" destOrd="0" presId="urn:microsoft.com/office/officeart/2005/8/layout/vList2"/>
    <dgm:cxn modelId="{1ADECDF1-3A8C-4C36-8107-2853AC427CC2}" type="presParOf" srcId="{64D70049-29D8-4B19-9A72-27F85B6A05CD}" destId="{46C74DFC-4657-4715-9462-E31713220CF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757758-1586-4FB1-8028-27B4A4A540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A3C7FDE-34E1-4CF7-B409-D7FBA683BEB1}">
      <dgm:prSet/>
      <dgm:spPr/>
      <dgm:t>
        <a:bodyPr/>
        <a:lstStyle/>
        <a:p>
          <a:r>
            <a:rPr lang="en-US"/>
            <a:t>• Total Images: 360+ images distributed across 3 sets</a:t>
          </a:r>
        </a:p>
      </dgm:t>
    </dgm:pt>
    <dgm:pt modelId="{AABA9433-99C6-49CA-BD2D-6744181859FB}" type="parTrans" cxnId="{F5830300-0EFD-4416-9CE2-765BD2CF7293}">
      <dgm:prSet/>
      <dgm:spPr/>
      <dgm:t>
        <a:bodyPr/>
        <a:lstStyle/>
        <a:p>
          <a:endParaRPr lang="en-US"/>
        </a:p>
      </dgm:t>
    </dgm:pt>
    <dgm:pt modelId="{243B9434-C154-4515-81FE-C99DCF8F7B5D}" type="sibTrans" cxnId="{F5830300-0EFD-4416-9CE2-765BD2CF7293}">
      <dgm:prSet/>
      <dgm:spPr/>
      <dgm:t>
        <a:bodyPr/>
        <a:lstStyle/>
        <a:p>
          <a:endParaRPr lang="en-US"/>
        </a:p>
      </dgm:t>
    </dgm:pt>
    <dgm:pt modelId="{9FD73C7D-4ED9-4F11-94A3-31BC287208AE}">
      <dgm:prSet/>
      <dgm:spPr/>
      <dgm:t>
        <a:bodyPr/>
        <a:lstStyle/>
        <a:p>
          <a:r>
            <a:rPr lang="en-US"/>
            <a:t>• Distribution:</a:t>
          </a:r>
        </a:p>
      </dgm:t>
    </dgm:pt>
    <dgm:pt modelId="{DD55E7B1-61FD-42B3-9170-A83FE3A3D4AE}" type="parTrans" cxnId="{E6228808-6F73-436A-B5F6-4F32CAB7F100}">
      <dgm:prSet/>
      <dgm:spPr/>
      <dgm:t>
        <a:bodyPr/>
        <a:lstStyle/>
        <a:p>
          <a:endParaRPr lang="en-US"/>
        </a:p>
      </dgm:t>
    </dgm:pt>
    <dgm:pt modelId="{5FCAB05B-4FE9-461E-8553-5B2F764489BE}" type="sibTrans" cxnId="{E6228808-6F73-436A-B5F6-4F32CAB7F100}">
      <dgm:prSet/>
      <dgm:spPr/>
      <dgm:t>
        <a:bodyPr/>
        <a:lstStyle/>
        <a:p>
          <a:endParaRPr lang="en-US"/>
        </a:p>
      </dgm:t>
    </dgm:pt>
    <dgm:pt modelId="{8AF3C24B-BE03-4A1F-90DC-C4EE4DED4001}">
      <dgm:prSet/>
      <dgm:spPr/>
      <dgm:t>
        <a:bodyPr/>
        <a:lstStyle/>
        <a:p>
          <a:r>
            <a:rPr lang="en-US"/>
            <a:t>- Training Set: ~200 images (used for model training)</a:t>
          </a:r>
        </a:p>
      </dgm:t>
    </dgm:pt>
    <dgm:pt modelId="{0D8DEC18-9806-4399-B2E3-F92528F1368D}" type="parTrans" cxnId="{D182D12F-0F7E-49CA-AAFE-3A7F3C833E0F}">
      <dgm:prSet/>
      <dgm:spPr/>
      <dgm:t>
        <a:bodyPr/>
        <a:lstStyle/>
        <a:p>
          <a:endParaRPr lang="en-US"/>
        </a:p>
      </dgm:t>
    </dgm:pt>
    <dgm:pt modelId="{A3F1DEC4-A496-4BE0-984D-AA45E0E01854}" type="sibTrans" cxnId="{D182D12F-0F7E-49CA-AAFE-3A7F3C833E0F}">
      <dgm:prSet/>
      <dgm:spPr/>
      <dgm:t>
        <a:bodyPr/>
        <a:lstStyle/>
        <a:p>
          <a:endParaRPr lang="en-US"/>
        </a:p>
      </dgm:t>
    </dgm:pt>
    <dgm:pt modelId="{581427A7-6054-4022-9933-B18C37DDA07F}">
      <dgm:prSet/>
      <dgm:spPr/>
      <dgm:t>
        <a:bodyPr/>
        <a:lstStyle/>
        <a:p>
          <a:r>
            <a:rPr lang="en-US"/>
            <a:t>- Validation Set: ~80 images (used for hyperparameter tuning)</a:t>
          </a:r>
        </a:p>
      </dgm:t>
    </dgm:pt>
    <dgm:pt modelId="{D2927494-D12E-4781-802F-6B768A23EBEB}" type="parTrans" cxnId="{FEF03422-5FD2-4963-8355-6034D7B12550}">
      <dgm:prSet/>
      <dgm:spPr/>
      <dgm:t>
        <a:bodyPr/>
        <a:lstStyle/>
        <a:p>
          <a:endParaRPr lang="en-US"/>
        </a:p>
      </dgm:t>
    </dgm:pt>
    <dgm:pt modelId="{4D66ABC5-5DBA-4868-8922-1F53048176BC}" type="sibTrans" cxnId="{FEF03422-5FD2-4963-8355-6034D7B12550}">
      <dgm:prSet/>
      <dgm:spPr/>
      <dgm:t>
        <a:bodyPr/>
        <a:lstStyle/>
        <a:p>
          <a:endParaRPr lang="en-US"/>
        </a:p>
      </dgm:t>
    </dgm:pt>
    <dgm:pt modelId="{F373208F-E59F-49A5-9AC5-DDF6EC738622}">
      <dgm:prSet/>
      <dgm:spPr/>
      <dgm:t>
        <a:bodyPr/>
        <a:lstStyle/>
        <a:p>
          <a:r>
            <a:rPr lang="en-US"/>
            <a:t>- Test Set: ~80 images (used for final evaluation)</a:t>
          </a:r>
        </a:p>
      </dgm:t>
    </dgm:pt>
    <dgm:pt modelId="{662A347C-48F1-4EF4-B8BF-6EC7DCB09FD2}" type="parTrans" cxnId="{E50E3A0D-FDBB-4968-8A65-5EC9BF3B79BF}">
      <dgm:prSet/>
      <dgm:spPr/>
      <dgm:t>
        <a:bodyPr/>
        <a:lstStyle/>
        <a:p>
          <a:endParaRPr lang="en-US"/>
        </a:p>
      </dgm:t>
    </dgm:pt>
    <dgm:pt modelId="{B6795C79-2407-4EAF-BBFE-BAABB8AB1576}" type="sibTrans" cxnId="{E50E3A0D-FDBB-4968-8A65-5EC9BF3B79BF}">
      <dgm:prSet/>
      <dgm:spPr/>
      <dgm:t>
        <a:bodyPr/>
        <a:lstStyle/>
        <a:p>
          <a:endParaRPr lang="en-US"/>
        </a:p>
      </dgm:t>
    </dgm:pt>
    <dgm:pt modelId="{E3ADCCEB-A9D4-4BF5-9B59-F1555E5DD10F}">
      <dgm:prSet/>
      <dgm:spPr/>
      <dgm:t>
        <a:bodyPr/>
        <a:lstStyle/>
        <a:p>
          <a:r>
            <a:rPr lang="en-US"/>
            <a:t>• Image Format: PNG images with various sizes</a:t>
          </a:r>
        </a:p>
      </dgm:t>
    </dgm:pt>
    <dgm:pt modelId="{C245E79E-E8FC-4B65-B76F-910DB2969EFD}" type="parTrans" cxnId="{DDB88753-7846-47AF-985F-1015C9862063}">
      <dgm:prSet/>
      <dgm:spPr/>
      <dgm:t>
        <a:bodyPr/>
        <a:lstStyle/>
        <a:p>
          <a:endParaRPr lang="en-US"/>
        </a:p>
      </dgm:t>
    </dgm:pt>
    <dgm:pt modelId="{FB40D22B-489D-46FE-9E98-FCFF30A1AACE}" type="sibTrans" cxnId="{DDB88753-7846-47AF-985F-1015C9862063}">
      <dgm:prSet/>
      <dgm:spPr/>
      <dgm:t>
        <a:bodyPr/>
        <a:lstStyle/>
        <a:p>
          <a:endParaRPr lang="en-US"/>
        </a:p>
      </dgm:t>
    </dgm:pt>
    <dgm:pt modelId="{AE8B37AB-D4CA-49B2-8236-89CBBF9DD106}">
      <dgm:prSet/>
      <dgm:spPr/>
      <dgm:t>
        <a:bodyPr/>
        <a:lstStyle/>
        <a:p>
          <a:r>
            <a:rPr lang="en-US"/>
            <a:t>• Classes: 12 celestial objects (balanced distribution)</a:t>
          </a:r>
        </a:p>
      </dgm:t>
    </dgm:pt>
    <dgm:pt modelId="{67494EBE-65B1-4E31-B8FB-217DEDAC5FA7}" type="parTrans" cxnId="{986E1BEF-6349-4AD5-ACE2-92C2BBA7A869}">
      <dgm:prSet/>
      <dgm:spPr/>
      <dgm:t>
        <a:bodyPr/>
        <a:lstStyle/>
        <a:p>
          <a:endParaRPr lang="en-US"/>
        </a:p>
      </dgm:t>
    </dgm:pt>
    <dgm:pt modelId="{4492FB52-5116-4B1A-AB15-60ABCA0C59C7}" type="sibTrans" cxnId="{986E1BEF-6349-4AD5-ACE2-92C2BBA7A869}">
      <dgm:prSet/>
      <dgm:spPr/>
      <dgm:t>
        <a:bodyPr/>
        <a:lstStyle/>
        <a:p>
          <a:endParaRPr lang="en-US"/>
        </a:p>
      </dgm:t>
    </dgm:pt>
    <dgm:pt modelId="{8F356F96-4B07-4DF6-83FA-B4217C5A16EE}" type="pres">
      <dgm:prSet presAssocID="{EC757758-1586-4FB1-8028-27B4A4A5405A}" presName="root" presStyleCnt="0">
        <dgm:presLayoutVars>
          <dgm:dir/>
          <dgm:resizeHandles val="exact"/>
        </dgm:presLayoutVars>
      </dgm:prSet>
      <dgm:spPr/>
    </dgm:pt>
    <dgm:pt modelId="{391A2B99-869A-4824-A0BA-F9B22F15FC22}" type="pres">
      <dgm:prSet presAssocID="{2A3C7FDE-34E1-4CF7-B409-D7FBA683BEB1}" presName="compNode" presStyleCnt="0"/>
      <dgm:spPr/>
    </dgm:pt>
    <dgm:pt modelId="{83D66A77-D871-4F0D-A5B9-5C16E646D23E}" type="pres">
      <dgm:prSet presAssocID="{2A3C7FDE-34E1-4CF7-B409-D7FBA683BEB1}" presName="bgRect" presStyleLbl="bgShp" presStyleIdx="0" presStyleCnt="7"/>
      <dgm:spPr/>
    </dgm:pt>
    <dgm:pt modelId="{7D2421CD-42C7-4F12-9B68-A8C554F6943A}" type="pres">
      <dgm:prSet presAssocID="{2A3C7FDE-34E1-4CF7-B409-D7FBA683BEB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8086551A-D428-4A24-BBFE-1EB695FC149F}" type="pres">
      <dgm:prSet presAssocID="{2A3C7FDE-34E1-4CF7-B409-D7FBA683BEB1}" presName="spaceRect" presStyleCnt="0"/>
      <dgm:spPr/>
    </dgm:pt>
    <dgm:pt modelId="{D30969BE-1377-40AE-834C-136863F2C3E0}" type="pres">
      <dgm:prSet presAssocID="{2A3C7FDE-34E1-4CF7-B409-D7FBA683BEB1}" presName="parTx" presStyleLbl="revTx" presStyleIdx="0" presStyleCnt="7">
        <dgm:presLayoutVars>
          <dgm:chMax val="0"/>
          <dgm:chPref val="0"/>
        </dgm:presLayoutVars>
      </dgm:prSet>
      <dgm:spPr/>
    </dgm:pt>
    <dgm:pt modelId="{141A6FAC-BAD2-4C30-B23D-4D8F44BAA6E7}" type="pres">
      <dgm:prSet presAssocID="{243B9434-C154-4515-81FE-C99DCF8F7B5D}" presName="sibTrans" presStyleCnt="0"/>
      <dgm:spPr/>
    </dgm:pt>
    <dgm:pt modelId="{F050B9B6-1D17-4C73-9228-BFAA8AA0FF2F}" type="pres">
      <dgm:prSet presAssocID="{9FD73C7D-4ED9-4F11-94A3-31BC287208AE}" presName="compNode" presStyleCnt="0"/>
      <dgm:spPr/>
    </dgm:pt>
    <dgm:pt modelId="{9781998F-C090-47DA-9D10-EC9AA2667D4C}" type="pres">
      <dgm:prSet presAssocID="{9FD73C7D-4ED9-4F11-94A3-31BC287208AE}" presName="bgRect" presStyleLbl="bgShp" presStyleIdx="1" presStyleCnt="7"/>
      <dgm:spPr/>
    </dgm:pt>
    <dgm:pt modelId="{0F4AD454-2C1F-4F64-8D90-C82EDFD9E78C}" type="pres">
      <dgm:prSet presAssocID="{9FD73C7D-4ED9-4F11-94A3-31BC287208AE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8D21AFE9-F5A5-438F-9038-C0532B9CDFF0}" type="pres">
      <dgm:prSet presAssocID="{9FD73C7D-4ED9-4F11-94A3-31BC287208AE}" presName="spaceRect" presStyleCnt="0"/>
      <dgm:spPr/>
    </dgm:pt>
    <dgm:pt modelId="{9EBE71E6-906A-411A-B63D-7EAE6C9CFD8D}" type="pres">
      <dgm:prSet presAssocID="{9FD73C7D-4ED9-4F11-94A3-31BC287208AE}" presName="parTx" presStyleLbl="revTx" presStyleIdx="1" presStyleCnt="7">
        <dgm:presLayoutVars>
          <dgm:chMax val="0"/>
          <dgm:chPref val="0"/>
        </dgm:presLayoutVars>
      </dgm:prSet>
      <dgm:spPr/>
    </dgm:pt>
    <dgm:pt modelId="{2B600AA3-2EB8-43CB-9398-D7F88CA19964}" type="pres">
      <dgm:prSet presAssocID="{5FCAB05B-4FE9-461E-8553-5B2F764489BE}" presName="sibTrans" presStyleCnt="0"/>
      <dgm:spPr/>
    </dgm:pt>
    <dgm:pt modelId="{A44BA199-CC24-4659-B295-E255F8D657AA}" type="pres">
      <dgm:prSet presAssocID="{8AF3C24B-BE03-4A1F-90DC-C4EE4DED4001}" presName="compNode" presStyleCnt="0"/>
      <dgm:spPr/>
    </dgm:pt>
    <dgm:pt modelId="{0B4DC3D0-95D3-402C-95A0-C603AF489CF4}" type="pres">
      <dgm:prSet presAssocID="{8AF3C24B-BE03-4A1F-90DC-C4EE4DED4001}" presName="bgRect" presStyleLbl="bgShp" presStyleIdx="2" presStyleCnt="7"/>
      <dgm:spPr/>
    </dgm:pt>
    <dgm:pt modelId="{5A22E544-51BF-4EC6-94E3-0477FE461B29}" type="pres">
      <dgm:prSet presAssocID="{8AF3C24B-BE03-4A1F-90DC-C4EE4DED4001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D38E366-2716-4222-BB4D-0A3E81DA37E5}" type="pres">
      <dgm:prSet presAssocID="{8AF3C24B-BE03-4A1F-90DC-C4EE4DED4001}" presName="spaceRect" presStyleCnt="0"/>
      <dgm:spPr/>
    </dgm:pt>
    <dgm:pt modelId="{11C975FA-3623-4280-8597-886C7C835F98}" type="pres">
      <dgm:prSet presAssocID="{8AF3C24B-BE03-4A1F-90DC-C4EE4DED4001}" presName="parTx" presStyleLbl="revTx" presStyleIdx="2" presStyleCnt="7">
        <dgm:presLayoutVars>
          <dgm:chMax val="0"/>
          <dgm:chPref val="0"/>
        </dgm:presLayoutVars>
      </dgm:prSet>
      <dgm:spPr/>
    </dgm:pt>
    <dgm:pt modelId="{01E6A126-10D6-4975-BD3F-266899BCBE05}" type="pres">
      <dgm:prSet presAssocID="{A3F1DEC4-A496-4BE0-984D-AA45E0E01854}" presName="sibTrans" presStyleCnt="0"/>
      <dgm:spPr/>
    </dgm:pt>
    <dgm:pt modelId="{29308503-1B0A-45F6-B39F-7513833C15E0}" type="pres">
      <dgm:prSet presAssocID="{581427A7-6054-4022-9933-B18C37DDA07F}" presName="compNode" presStyleCnt="0"/>
      <dgm:spPr/>
    </dgm:pt>
    <dgm:pt modelId="{15FF6995-4E34-4CA3-B62A-1EC14754B522}" type="pres">
      <dgm:prSet presAssocID="{581427A7-6054-4022-9933-B18C37DDA07F}" presName="bgRect" presStyleLbl="bgShp" presStyleIdx="3" presStyleCnt="7"/>
      <dgm:spPr/>
    </dgm:pt>
    <dgm:pt modelId="{E94E9377-F64C-4A4E-B416-5E7FF8548308}" type="pres">
      <dgm:prSet presAssocID="{581427A7-6054-4022-9933-B18C37DDA07F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7B5E500E-F103-4674-B989-01CE1EC862C6}" type="pres">
      <dgm:prSet presAssocID="{581427A7-6054-4022-9933-B18C37DDA07F}" presName="spaceRect" presStyleCnt="0"/>
      <dgm:spPr/>
    </dgm:pt>
    <dgm:pt modelId="{178668B8-EAE9-43DD-A615-326B72368653}" type="pres">
      <dgm:prSet presAssocID="{581427A7-6054-4022-9933-B18C37DDA07F}" presName="parTx" presStyleLbl="revTx" presStyleIdx="3" presStyleCnt="7">
        <dgm:presLayoutVars>
          <dgm:chMax val="0"/>
          <dgm:chPref val="0"/>
        </dgm:presLayoutVars>
      </dgm:prSet>
      <dgm:spPr/>
    </dgm:pt>
    <dgm:pt modelId="{1533EE6C-076F-46B2-8822-690079A7A20A}" type="pres">
      <dgm:prSet presAssocID="{4D66ABC5-5DBA-4868-8922-1F53048176BC}" presName="sibTrans" presStyleCnt="0"/>
      <dgm:spPr/>
    </dgm:pt>
    <dgm:pt modelId="{F07791F6-9F71-40B6-B236-0FB5BF025788}" type="pres">
      <dgm:prSet presAssocID="{F373208F-E59F-49A5-9AC5-DDF6EC738622}" presName="compNode" presStyleCnt="0"/>
      <dgm:spPr/>
    </dgm:pt>
    <dgm:pt modelId="{7D632D9C-8CF5-4862-8B0E-2FF9A0D2A46C}" type="pres">
      <dgm:prSet presAssocID="{F373208F-E59F-49A5-9AC5-DDF6EC738622}" presName="bgRect" presStyleLbl="bgShp" presStyleIdx="4" presStyleCnt="7"/>
      <dgm:spPr/>
    </dgm:pt>
    <dgm:pt modelId="{3847781F-9CC0-4757-ACC9-62E77A6C4001}" type="pres">
      <dgm:prSet presAssocID="{F373208F-E59F-49A5-9AC5-DDF6EC73862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88EE340-23D7-4964-A1A8-31D31C163DFD}" type="pres">
      <dgm:prSet presAssocID="{F373208F-E59F-49A5-9AC5-DDF6EC738622}" presName="spaceRect" presStyleCnt="0"/>
      <dgm:spPr/>
    </dgm:pt>
    <dgm:pt modelId="{A2009A55-EDD8-476B-89AF-B63FC09ACAE5}" type="pres">
      <dgm:prSet presAssocID="{F373208F-E59F-49A5-9AC5-DDF6EC738622}" presName="parTx" presStyleLbl="revTx" presStyleIdx="4" presStyleCnt="7">
        <dgm:presLayoutVars>
          <dgm:chMax val="0"/>
          <dgm:chPref val="0"/>
        </dgm:presLayoutVars>
      </dgm:prSet>
      <dgm:spPr/>
    </dgm:pt>
    <dgm:pt modelId="{3C200B67-B4E0-4938-A664-324DA601CD2F}" type="pres">
      <dgm:prSet presAssocID="{B6795C79-2407-4EAF-BBFE-BAABB8AB1576}" presName="sibTrans" presStyleCnt="0"/>
      <dgm:spPr/>
    </dgm:pt>
    <dgm:pt modelId="{572A16C7-6574-402C-B990-038FC2C0A599}" type="pres">
      <dgm:prSet presAssocID="{E3ADCCEB-A9D4-4BF5-9B59-F1555E5DD10F}" presName="compNode" presStyleCnt="0"/>
      <dgm:spPr/>
    </dgm:pt>
    <dgm:pt modelId="{DF40B8A3-492E-42F6-901B-AB42C046285A}" type="pres">
      <dgm:prSet presAssocID="{E3ADCCEB-A9D4-4BF5-9B59-F1555E5DD10F}" presName="bgRect" presStyleLbl="bgShp" presStyleIdx="5" presStyleCnt="7"/>
      <dgm:spPr/>
    </dgm:pt>
    <dgm:pt modelId="{55F49075-CFB3-471C-A801-731965A941B9}" type="pres">
      <dgm:prSet presAssocID="{E3ADCCEB-A9D4-4BF5-9B59-F1555E5DD10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AF1CFE40-AB38-46FD-87F2-783CDAE8F323}" type="pres">
      <dgm:prSet presAssocID="{E3ADCCEB-A9D4-4BF5-9B59-F1555E5DD10F}" presName="spaceRect" presStyleCnt="0"/>
      <dgm:spPr/>
    </dgm:pt>
    <dgm:pt modelId="{BF234812-2CE9-473B-9115-F865C2BDBF5D}" type="pres">
      <dgm:prSet presAssocID="{E3ADCCEB-A9D4-4BF5-9B59-F1555E5DD10F}" presName="parTx" presStyleLbl="revTx" presStyleIdx="5" presStyleCnt="7">
        <dgm:presLayoutVars>
          <dgm:chMax val="0"/>
          <dgm:chPref val="0"/>
        </dgm:presLayoutVars>
      </dgm:prSet>
      <dgm:spPr/>
    </dgm:pt>
    <dgm:pt modelId="{6D13096C-F928-480B-9AE2-6273510F3074}" type="pres">
      <dgm:prSet presAssocID="{FB40D22B-489D-46FE-9E98-FCFF30A1AACE}" presName="sibTrans" presStyleCnt="0"/>
      <dgm:spPr/>
    </dgm:pt>
    <dgm:pt modelId="{5EEFB7C4-FC42-4B12-B50E-4C929DE05FFF}" type="pres">
      <dgm:prSet presAssocID="{AE8B37AB-D4CA-49B2-8236-89CBBF9DD106}" presName="compNode" presStyleCnt="0"/>
      <dgm:spPr/>
    </dgm:pt>
    <dgm:pt modelId="{A7407393-EF10-4121-AFFB-EC07F944783C}" type="pres">
      <dgm:prSet presAssocID="{AE8B37AB-D4CA-49B2-8236-89CBBF9DD106}" presName="bgRect" presStyleLbl="bgShp" presStyleIdx="6" presStyleCnt="7"/>
      <dgm:spPr/>
    </dgm:pt>
    <dgm:pt modelId="{64E6B4FE-A9C4-4FFF-B3F5-DAFCE5E9CD2D}" type="pres">
      <dgm:prSet presAssocID="{AE8B37AB-D4CA-49B2-8236-89CBBF9DD106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F19A1C3B-707F-4190-BF3F-AD923059922E}" type="pres">
      <dgm:prSet presAssocID="{AE8B37AB-D4CA-49B2-8236-89CBBF9DD106}" presName="spaceRect" presStyleCnt="0"/>
      <dgm:spPr/>
    </dgm:pt>
    <dgm:pt modelId="{42272A8B-4308-4EE5-8E76-E3BABADB1206}" type="pres">
      <dgm:prSet presAssocID="{AE8B37AB-D4CA-49B2-8236-89CBBF9DD10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5830300-0EFD-4416-9CE2-765BD2CF7293}" srcId="{EC757758-1586-4FB1-8028-27B4A4A5405A}" destId="{2A3C7FDE-34E1-4CF7-B409-D7FBA683BEB1}" srcOrd="0" destOrd="0" parTransId="{AABA9433-99C6-49CA-BD2D-6744181859FB}" sibTransId="{243B9434-C154-4515-81FE-C99DCF8F7B5D}"/>
    <dgm:cxn modelId="{E6228808-6F73-436A-B5F6-4F32CAB7F100}" srcId="{EC757758-1586-4FB1-8028-27B4A4A5405A}" destId="{9FD73C7D-4ED9-4F11-94A3-31BC287208AE}" srcOrd="1" destOrd="0" parTransId="{DD55E7B1-61FD-42B3-9170-A83FE3A3D4AE}" sibTransId="{5FCAB05B-4FE9-461E-8553-5B2F764489BE}"/>
    <dgm:cxn modelId="{E50E3A0D-FDBB-4968-8A65-5EC9BF3B79BF}" srcId="{EC757758-1586-4FB1-8028-27B4A4A5405A}" destId="{F373208F-E59F-49A5-9AC5-DDF6EC738622}" srcOrd="4" destOrd="0" parTransId="{662A347C-48F1-4EF4-B8BF-6EC7DCB09FD2}" sibTransId="{B6795C79-2407-4EAF-BBFE-BAABB8AB1576}"/>
    <dgm:cxn modelId="{F6F17615-DF7A-48BA-9732-46635E68967B}" type="presOf" srcId="{2A3C7FDE-34E1-4CF7-B409-D7FBA683BEB1}" destId="{D30969BE-1377-40AE-834C-136863F2C3E0}" srcOrd="0" destOrd="0" presId="urn:microsoft.com/office/officeart/2018/2/layout/IconVerticalSolidList"/>
    <dgm:cxn modelId="{FEF03422-5FD2-4963-8355-6034D7B12550}" srcId="{EC757758-1586-4FB1-8028-27B4A4A5405A}" destId="{581427A7-6054-4022-9933-B18C37DDA07F}" srcOrd="3" destOrd="0" parTransId="{D2927494-D12E-4781-802F-6B768A23EBEB}" sibTransId="{4D66ABC5-5DBA-4868-8922-1F53048176BC}"/>
    <dgm:cxn modelId="{D182D12F-0F7E-49CA-AAFE-3A7F3C833E0F}" srcId="{EC757758-1586-4FB1-8028-27B4A4A5405A}" destId="{8AF3C24B-BE03-4A1F-90DC-C4EE4DED4001}" srcOrd="2" destOrd="0" parTransId="{0D8DEC18-9806-4399-B2E3-F92528F1368D}" sibTransId="{A3F1DEC4-A496-4BE0-984D-AA45E0E01854}"/>
    <dgm:cxn modelId="{A5600A6A-73CE-4B26-A8C9-7FECBA034D8E}" type="presOf" srcId="{581427A7-6054-4022-9933-B18C37DDA07F}" destId="{178668B8-EAE9-43DD-A615-326B72368653}" srcOrd="0" destOrd="0" presId="urn:microsoft.com/office/officeart/2018/2/layout/IconVerticalSolidList"/>
    <dgm:cxn modelId="{65F8374C-5F3E-46A9-850A-B7193EDAB6F0}" type="presOf" srcId="{AE8B37AB-D4CA-49B2-8236-89CBBF9DD106}" destId="{42272A8B-4308-4EE5-8E76-E3BABADB1206}" srcOrd="0" destOrd="0" presId="urn:microsoft.com/office/officeart/2018/2/layout/IconVerticalSolidList"/>
    <dgm:cxn modelId="{00533A4E-0BE0-46FA-B6E2-D030BC0D1380}" type="presOf" srcId="{E3ADCCEB-A9D4-4BF5-9B59-F1555E5DD10F}" destId="{BF234812-2CE9-473B-9115-F865C2BDBF5D}" srcOrd="0" destOrd="0" presId="urn:microsoft.com/office/officeart/2018/2/layout/IconVerticalSolidList"/>
    <dgm:cxn modelId="{DDB88753-7846-47AF-985F-1015C9862063}" srcId="{EC757758-1586-4FB1-8028-27B4A4A5405A}" destId="{E3ADCCEB-A9D4-4BF5-9B59-F1555E5DD10F}" srcOrd="5" destOrd="0" parTransId="{C245E79E-E8FC-4B65-B76F-910DB2969EFD}" sibTransId="{FB40D22B-489D-46FE-9E98-FCFF30A1AACE}"/>
    <dgm:cxn modelId="{53CC5A9A-770A-461D-BD17-84E64386963F}" type="presOf" srcId="{8AF3C24B-BE03-4A1F-90DC-C4EE4DED4001}" destId="{11C975FA-3623-4280-8597-886C7C835F98}" srcOrd="0" destOrd="0" presId="urn:microsoft.com/office/officeart/2018/2/layout/IconVerticalSolidList"/>
    <dgm:cxn modelId="{473501BD-024D-411E-BD2A-45159299BE8C}" type="presOf" srcId="{F373208F-E59F-49A5-9AC5-DDF6EC738622}" destId="{A2009A55-EDD8-476B-89AF-B63FC09ACAE5}" srcOrd="0" destOrd="0" presId="urn:microsoft.com/office/officeart/2018/2/layout/IconVerticalSolidList"/>
    <dgm:cxn modelId="{986E1BEF-6349-4AD5-ACE2-92C2BBA7A869}" srcId="{EC757758-1586-4FB1-8028-27B4A4A5405A}" destId="{AE8B37AB-D4CA-49B2-8236-89CBBF9DD106}" srcOrd="6" destOrd="0" parTransId="{67494EBE-65B1-4E31-B8FB-217DEDAC5FA7}" sibTransId="{4492FB52-5116-4B1A-AB15-60ABCA0C59C7}"/>
    <dgm:cxn modelId="{C2220AFC-44D7-4753-BD6F-64463BAE34FB}" type="presOf" srcId="{9FD73C7D-4ED9-4F11-94A3-31BC287208AE}" destId="{9EBE71E6-906A-411A-B63D-7EAE6C9CFD8D}" srcOrd="0" destOrd="0" presId="urn:microsoft.com/office/officeart/2018/2/layout/IconVerticalSolidList"/>
    <dgm:cxn modelId="{1F897DFC-E122-4543-AD48-5ED960963BCC}" type="presOf" srcId="{EC757758-1586-4FB1-8028-27B4A4A5405A}" destId="{8F356F96-4B07-4DF6-83FA-B4217C5A16EE}" srcOrd="0" destOrd="0" presId="urn:microsoft.com/office/officeart/2018/2/layout/IconVerticalSolidList"/>
    <dgm:cxn modelId="{60F98900-F599-4242-9F21-21947A2B940B}" type="presParOf" srcId="{8F356F96-4B07-4DF6-83FA-B4217C5A16EE}" destId="{391A2B99-869A-4824-A0BA-F9B22F15FC22}" srcOrd="0" destOrd="0" presId="urn:microsoft.com/office/officeart/2018/2/layout/IconVerticalSolidList"/>
    <dgm:cxn modelId="{10787FF0-5CD2-4CE0-8D90-EBBE3CF29334}" type="presParOf" srcId="{391A2B99-869A-4824-A0BA-F9B22F15FC22}" destId="{83D66A77-D871-4F0D-A5B9-5C16E646D23E}" srcOrd="0" destOrd="0" presId="urn:microsoft.com/office/officeart/2018/2/layout/IconVerticalSolidList"/>
    <dgm:cxn modelId="{2AC596C7-E9D0-4D04-A9A1-36563369EDEA}" type="presParOf" srcId="{391A2B99-869A-4824-A0BA-F9B22F15FC22}" destId="{7D2421CD-42C7-4F12-9B68-A8C554F6943A}" srcOrd="1" destOrd="0" presId="urn:microsoft.com/office/officeart/2018/2/layout/IconVerticalSolidList"/>
    <dgm:cxn modelId="{66AA957C-B969-4C21-BAA2-A9AA29B21024}" type="presParOf" srcId="{391A2B99-869A-4824-A0BA-F9B22F15FC22}" destId="{8086551A-D428-4A24-BBFE-1EB695FC149F}" srcOrd="2" destOrd="0" presId="urn:microsoft.com/office/officeart/2018/2/layout/IconVerticalSolidList"/>
    <dgm:cxn modelId="{06C5FA20-8BCE-41DD-AF3D-E3FFFA383322}" type="presParOf" srcId="{391A2B99-869A-4824-A0BA-F9B22F15FC22}" destId="{D30969BE-1377-40AE-834C-136863F2C3E0}" srcOrd="3" destOrd="0" presId="urn:microsoft.com/office/officeart/2018/2/layout/IconVerticalSolidList"/>
    <dgm:cxn modelId="{24C544EC-58ED-4ABB-829C-0A6A74DBB99A}" type="presParOf" srcId="{8F356F96-4B07-4DF6-83FA-B4217C5A16EE}" destId="{141A6FAC-BAD2-4C30-B23D-4D8F44BAA6E7}" srcOrd="1" destOrd="0" presId="urn:microsoft.com/office/officeart/2018/2/layout/IconVerticalSolidList"/>
    <dgm:cxn modelId="{C778EDF7-599E-4326-AF05-BC052A77B29B}" type="presParOf" srcId="{8F356F96-4B07-4DF6-83FA-B4217C5A16EE}" destId="{F050B9B6-1D17-4C73-9228-BFAA8AA0FF2F}" srcOrd="2" destOrd="0" presId="urn:microsoft.com/office/officeart/2018/2/layout/IconVerticalSolidList"/>
    <dgm:cxn modelId="{01F39B59-79EC-42F9-ACE7-217B6E3039AD}" type="presParOf" srcId="{F050B9B6-1D17-4C73-9228-BFAA8AA0FF2F}" destId="{9781998F-C090-47DA-9D10-EC9AA2667D4C}" srcOrd="0" destOrd="0" presId="urn:microsoft.com/office/officeart/2018/2/layout/IconVerticalSolidList"/>
    <dgm:cxn modelId="{350413B3-AD7B-48C9-948E-19F3EBFEA89E}" type="presParOf" srcId="{F050B9B6-1D17-4C73-9228-BFAA8AA0FF2F}" destId="{0F4AD454-2C1F-4F64-8D90-C82EDFD9E78C}" srcOrd="1" destOrd="0" presId="urn:microsoft.com/office/officeart/2018/2/layout/IconVerticalSolidList"/>
    <dgm:cxn modelId="{B8F87352-5684-451F-93FC-01A007F1F848}" type="presParOf" srcId="{F050B9B6-1D17-4C73-9228-BFAA8AA0FF2F}" destId="{8D21AFE9-F5A5-438F-9038-C0532B9CDFF0}" srcOrd="2" destOrd="0" presId="urn:microsoft.com/office/officeart/2018/2/layout/IconVerticalSolidList"/>
    <dgm:cxn modelId="{4248826D-33DB-4EA1-A088-DDE1612402B9}" type="presParOf" srcId="{F050B9B6-1D17-4C73-9228-BFAA8AA0FF2F}" destId="{9EBE71E6-906A-411A-B63D-7EAE6C9CFD8D}" srcOrd="3" destOrd="0" presId="urn:microsoft.com/office/officeart/2018/2/layout/IconVerticalSolidList"/>
    <dgm:cxn modelId="{55843181-20BA-4948-8AE8-7183D8F3450C}" type="presParOf" srcId="{8F356F96-4B07-4DF6-83FA-B4217C5A16EE}" destId="{2B600AA3-2EB8-43CB-9398-D7F88CA19964}" srcOrd="3" destOrd="0" presId="urn:microsoft.com/office/officeart/2018/2/layout/IconVerticalSolidList"/>
    <dgm:cxn modelId="{E832F885-4F50-4C3B-870B-03509AC4CC51}" type="presParOf" srcId="{8F356F96-4B07-4DF6-83FA-B4217C5A16EE}" destId="{A44BA199-CC24-4659-B295-E255F8D657AA}" srcOrd="4" destOrd="0" presId="urn:microsoft.com/office/officeart/2018/2/layout/IconVerticalSolidList"/>
    <dgm:cxn modelId="{48DB84FC-4441-4518-BF5E-F2A8639D7B84}" type="presParOf" srcId="{A44BA199-CC24-4659-B295-E255F8D657AA}" destId="{0B4DC3D0-95D3-402C-95A0-C603AF489CF4}" srcOrd="0" destOrd="0" presId="urn:microsoft.com/office/officeart/2018/2/layout/IconVerticalSolidList"/>
    <dgm:cxn modelId="{95192BA7-2AEB-47E7-A843-B45B73E7FDD2}" type="presParOf" srcId="{A44BA199-CC24-4659-B295-E255F8D657AA}" destId="{5A22E544-51BF-4EC6-94E3-0477FE461B29}" srcOrd="1" destOrd="0" presId="urn:microsoft.com/office/officeart/2018/2/layout/IconVerticalSolidList"/>
    <dgm:cxn modelId="{E02C99BC-ABF6-4D3F-B404-EE6DED8A75E8}" type="presParOf" srcId="{A44BA199-CC24-4659-B295-E255F8D657AA}" destId="{5D38E366-2716-4222-BB4D-0A3E81DA37E5}" srcOrd="2" destOrd="0" presId="urn:microsoft.com/office/officeart/2018/2/layout/IconVerticalSolidList"/>
    <dgm:cxn modelId="{379CBC07-0F14-476A-A4DE-9209DEB0D6E7}" type="presParOf" srcId="{A44BA199-CC24-4659-B295-E255F8D657AA}" destId="{11C975FA-3623-4280-8597-886C7C835F98}" srcOrd="3" destOrd="0" presId="urn:microsoft.com/office/officeart/2018/2/layout/IconVerticalSolidList"/>
    <dgm:cxn modelId="{5E083BFF-59AE-42A8-BEDC-1F016080A9FA}" type="presParOf" srcId="{8F356F96-4B07-4DF6-83FA-B4217C5A16EE}" destId="{01E6A126-10D6-4975-BD3F-266899BCBE05}" srcOrd="5" destOrd="0" presId="urn:microsoft.com/office/officeart/2018/2/layout/IconVerticalSolidList"/>
    <dgm:cxn modelId="{A5508158-8AC9-413B-AE82-782855C5DE0E}" type="presParOf" srcId="{8F356F96-4B07-4DF6-83FA-B4217C5A16EE}" destId="{29308503-1B0A-45F6-B39F-7513833C15E0}" srcOrd="6" destOrd="0" presId="urn:microsoft.com/office/officeart/2018/2/layout/IconVerticalSolidList"/>
    <dgm:cxn modelId="{CCA838A0-FDA6-41AC-A011-8720006DD736}" type="presParOf" srcId="{29308503-1B0A-45F6-B39F-7513833C15E0}" destId="{15FF6995-4E34-4CA3-B62A-1EC14754B522}" srcOrd="0" destOrd="0" presId="urn:microsoft.com/office/officeart/2018/2/layout/IconVerticalSolidList"/>
    <dgm:cxn modelId="{34FFBFA6-7F06-4BEA-9339-2DFC9504FAF2}" type="presParOf" srcId="{29308503-1B0A-45F6-B39F-7513833C15E0}" destId="{E94E9377-F64C-4A4E-B416-5E7FF8548308}" srcOrd="1" destOrd="0" presId="urn:microsoft.com/office/officeart/2018/2/layout/IconVerticalSolidList"/>
    <dgm:cxn modelId="{FC0455CB-5704-4641-B8B0-E078FD1B0140}" type="presParOf" srcId="{29308503-1B0A-45F6-B39F-7513833C15E0}" destId="{7B5E500E-F103-4674-B989-01CE1EC862C6}" srcOrd="2" destOrd="0" presId="urn:microsoft.com/office/officeart/2018/2/layout/IconVerticalSolidList"/>
    <dgm:cxn modelId="{94072962-60EC-4A39-AA20-349AB8908AA1}" type="presParOf" srcId="{29308503-1B0A-45F6-B39F-7513833C15E0}" destId="{178668B8-EAE9-43DD-A615-326B72368653}" srcOrd="3" destOrd="0" presId="urn:microsoft.com/office/officeart/2018/2/layout/IconVerticalSolidList"/>
    <dgm:cxn modelId="{084BFAF9-E5F4-4C84-A18C-B7C3FD7C253E}" type="presParOf" srcId="{8F356F96-4B07-4DF6-83FA-B4217C5A16EE}" destId="{1533EE6C-076F-46B2-8822-690079A7A20A}" srcOrd="7" destOrd="0" presId="urn:microsoft.com/office/officeart/2018/2/layout/IconVerticalSolidList"/>
    <dgm:cxn modelId="{965BA01F-7227-45A3-ADA7-C0B78CE9C62A}" type="presParOf" srcId="{8F356F96-4B07-4DF6-83FA-B4217C5A16EE}" destId="{F07791F6-9F71-40B6-B236-0FB5BF025788}" srcOrd="8" destOrd="0" presId="urn:microsoft.com/office/officeart/2018/2/layout/IconVerticalSolidList"/>
    <dgm:cxn modelId="{C1C3F25B-8EC3-46B7-B731-03F63FDD64F6}" type="presParOf" srcId="{F07791F6-9F71-40B6-B236-0FB5BF025788}" destId="{7D632D9C-8CF5-4862-8B0E-2FF9A0D2A46C}" srcOrd="0" destOrd="0" presId="urn:microsoft.com/office/officeart/2018/2/layout/IconVerticalSolidList"/>
    <dgm:cxn modelId="{7A57FC26-9599-4E0B-93BA-3DB79C567BC8}" type="presParOf" srcId="{F07791F6-9F71-40B6-B236-0FB5BF025788}" destId="{3847781F-9CC0-4757-ACC9-62E77A6C4001}" srcOrd="1" destOrd="0" presId="urn:microsoft.com/office/officeart/2018/2/layout/IconVerticalSolidList"/>
    <dgm:cxn modelId="{134073BC-F44D-4874-A0E9-58B1BCBF7EC7}" type="presParOf" srcId="{F07791F6-9F71-40B6-B236-0FB5BF025788}" destId="{B88EE340-23D7-4964-A1A8-31D31C163DFD}" srcOrd="2" destOrd="0" presId="urn:microsoft.com/office/officeart/2018/2/layout/IconVerticalSolidList"/>
    <dgm:cxn modelId="{66FB09AD-1BD7-4C4F-A945-3CAEE1EDC846}" type="presParOf" srcId="{F07791F6-9F71-40B6-B236-0FB5BF025788}" destId="{A2009A55-EDD8-476B-89AF-B63FC09ACAE5}" srcOrd="3" destOrd="0" presId="urn:microsoft.com/office/officeart/2018/2/layout/IconVerticalSolidList"/>
    <dgm:cxn modelId="{6A02D967-8EED-4B93-9565-5894687991BE}" type="presParOf" srcId="{8F356F96-4B07-4DF6-83FA-B4217C5A16EE}" destId="{3C200B67-B4E0-4938-A664-324DA601CD2F}" srcOrd="9" destOrd="0" presId="urn:microsoft.com/office/officeart/2018/2/layout/IconVerticalSolidList"/>
    <dgm:cxn modelId="{6BD9B159-4E2D-41A5-A571-205DD39BEF55}" type="presParOf" srcId="{8F356F96-4B07-4DF6-83FA-B4217C5A16EE}" destId="{572A16C7-6574-402C-B990-038FC2C0A599}" srcOrd="10" destOrd="0" presId="urn:microsoft.com/office/officeart/2018/2/layout/IconVerticalSolidList"/>
    <dgm:cxn modelId="{4CC9F59A-8816-49FC-9F2A-983C334E7B38}" type="presParOf" srcId="{572A16C7-6574-402C-B990-038FC2C0A599}" destId="{DF40B8A3-492E-42F6-901B-AB42C046285A}" srcOrd="0" destOrd="0" presId="urn:microsoft.com/office/officeart/2018/2/layout/IconVerticalSolidList"/>
    <dgm:cxn modelId="{1D778EB8-2865-45D8-9BBC-488BD9EEAA29}" type="presParOf" srcId="{572A16C7-6574-402C-B990-038FC2C0A599}" destId="{55F49075-CFB3-471C-A801-731965A941B9}" srcOrd="1" destOrd="0" presId="urn:microsoft.com/office/officeart/2018/2/layout/IconVerticalSolidList"/>
    <dgm:cxn modelId="{5DE8099E-318B-4935-9CD4-68A07448B669}" type="presParOf" srcId="{572A16C7-6574-402C-B990-038FC2C0A599}" destId="{AF1CFE40-AB38-46FD-87F2-783CDAE8F323}" srcOrd="2" destOrd="0" presId="urn:microsoft.com/office/officeart/2018/2/layout/IconVerticalSolidList"/>
    <dgm:cxn modelId="{79F19EB4-693E-41B2-AEE4-DCE9A73CF37D}" type="presParOf" srcId="{572A16C7-6574-402C-B990-038FC2C0A599}" destId="{BF234812-2CE9-473B-9115-F865C2BDBF5D}" srcOrd="3" destOrd="0" presId="urn:microsoft.com/office/officeart/2018/2/layout/IconVerticalSolidList"/>
    <dgm:cxn modelId="{907D7756-11F1-4301-9ADC-9E6FE2B154FE}" type="presParOf" srcId="{8F356F96-4B07-4DF6-83FA-B4217C5A16EE}" destId="{6D13096C-F928-480B-9AE2-6273510F3074}" srcOrd="11" destOrd="0" presId="urn:microsoft.com/office/officeart/2018/2/layout/IconVerticalSolidList"/>
    <dgm:cxn modelId="{EBAA3475-9A2E-4F61-96E7-2A6CC24D9A45}" type="presParOf" srcId="{8F356F96-4B07-4DF6-83FA-B4217C5A16EE}" destId="{5EEFB7C4-FC42-4B12-B50E-4C929DE05FFF}" srcOrd="12" destOrd="0" presId="urn:microsoft.com/office/officeart/2018/2/layout/IconVerticalSolidList"/>
    <dgm:cxn modelId="{5B90A5D3-86C9-4B6E-AF41-10892DA64BB4}" type="presParOf" srcId="{5EEFB7C4-FC42-4B12-B50E-4C929DE05FFF}" destId="{A7407393-EF10-4121-AFFB-EC07F944783C}" srcOrd="0" destOrd="0" presId="urn:microsoft.com/office/officeart/2018/2/layout/IconVerticalSolidList"/>
    <dgm:cxn modelId="{A50A3FA9-954B-463D-8A1C-58EBBB85C3DE}" type="presParOf" srcId="{5EEFB7C4-FC42-4B12-B50E-4C929DE05FFF}" destId="{64E6B4FE-A9C4-4FFF-B3F5-DAFCE5E9CD2D}" srcOrd="1" destOrd="0" presId="urn:microsoft.com/office/officeart/2018/2/layout/IconVerticalSolidList"/>
    <dgm:cxn modelId="{A38CAD94-2690-4F30-84EB-2B265F4F7E6F}" type="presParOf" srcId="{5EEFB7C4-FC42-4B12-B50E-4C929DE05FFF}" destId="{F19A1C3B-707F-4190-BF3F-AD923059922E}" srcOrd="2" destOrd="0" presId="urn:microsoft.com/office/officeart/2018/2/layout/IconVerticalSolidList"/>
    <dgm:cxn modelId="{4C0CC034-0930-4788-A44E-B86549327B62}" type="presParOf" srcId="{5EEFB7C4-FC42-4B12-B50E-4C929DE05FFF}" destId="{42272A8B-4308-4EE5-8E76-E3BABADB12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006253-1D1B-4723-AE61-B092B67C9A07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3B1621-EA1B-49A1-9D5C-EF805F41E619}">
      <dgm:prSet/>
      <dgm:spPr/>
      <dgm:t>
        <a:bodyPr/>
        <a:lstStyle/>
        <a:p>
          <a:r>
            <a:rPr lang="en-US"/>
            <a:t>Phase 1: Data Loading</a:t>
          </a:r>
        </a:p>
      </dgm:t>
    </dgm:pt>
    <dgm:pt modelId="{51789662-AE75-4D41-A222-1D3903F07778}" type="parTrans" cxnId="{B8A48D0E-B4A6-4573-A141-942D94475DD2}">
      <dgm:prSet/>
      <dgm:spPr/>
      <dgm:t>
        <a:bodyPr/>
        <a:lstStyle/>
        <a:p>
          <a:endParaRPr lang="en-US"/>
        </a:p>
      </dgm:t>
    </dgm:pt>
    <dgm:pt modelId="{86D38A56-C2B7-4B08-A858-223060F9F9A9}" type="sibTrans" cxnId="{B8A48D0E-B4A6-4573-A141-942D94475DD2}">
      <dgm:prSet/>
      <dgm:spPr/>
      <dgm:t>
        <a:bodyPr/>
        <a:lstStyle/>
        <a:p>
          <a:endParaRPr lang="en-US"/>
        </a:p>
      </dgm:t>
    </dgm:pt>
    <dgm:pt modelId="{1381F166-FCDA-4963-90D6-9261F99062D1}">
      <dgm:prSet/>
      <dgm:spPr/>
      <dgm:t>
        <a:bodyPr/>
        <a:lstStyle/>
        <a:p>
          <a:r>
            <a:rPr lang="en-US"/>
            <a:t>Image → Resize → Augment → Normalize → Tensor</a:t>
          </a:r>
        </a:p>
      </dgm:t>
    </dgm:pt>
    <dgm:pt modelId="{A91007AE-7886-48EC-8A75-58CC56F56269}" type="parTrans" cxnId="{0BC1ECD7-1B7A-4503-8976-8CC780AB9916}">
      <dgm:prSet/>
      <dgm:spPr/>
      <dgm:t>
        <a:bodyPr/>
        <a:lstStyle/>
        <a:p>
          <a:endParaRPr lang="en-US"/>
        </a:p>
      </dgm:t>
    </dgm:pt>
    <dgm:pt modelId="{584A6A73-361B-4603-A934-FD14CF89B1C4}" type="sibTrans" cxnId="{0BC1ECD7-1B7A-4503-8976-8CC780AB9916}">
      <dgm:prSet/>
      <dgm:spPr/>
      <dgm:t>
        <a:bodyPr/>
        <a:lstStyle/>
        <a:p>
          <a:endParaRPr lang="en-US"/>
        </a:p>
      </dgm:t>
    </dgm:pt>
    <dgm:pt modelId="{18FC3121-2CAA-4985-8148-BE53FFC8DE02}">
      <dgm:prSet/>
      <dgm:spPr/>
      <dgm:t>
        <a:bodyPr/>
        <a:lstStyle/>
        <a:p>
          <a:r>
            <a:rPr lang="en-US"/>
            <a:t>Phase 2: Optuna Optimization (100 trials)</a:t>
          </a:r>
        </a:p>
      </dgm:t>
    </dgm:pt>
    <dgm:pt modelId="{A04D03EE-D2CC-41E4-98D4-9AB1BFC7FA1C}" type="parTrans" cxnId="{384F3DBD-945F-41BD-82FA-A304E14436E9}">
      <dgm:prSet/>
      <dgm:spPr/>
      <dgm:t>
        <a:bodyPr/>
        <a:lstStyle/>
        <a:p>
          <a:endParaRPr lang="en-US"/>
        </a:p>
      </dgm:t>
    </dgm:pt>
    <dgm:pt modelId="{AD5F47A7-15CB-4507-BEEA-7858C095AD3A}" type="sibTrans" cxnId="{384F3DBD-945F-41BD-82FA-A304E14436E9}">
      <dgm:prSet/>
      <dgm:spPr/>
      <dgm:t>
        <a:bodyPr/>
        <a:lstStyle/>
        <a:p>
          <a:endParaRPr lang="en-US"/>
        </a:p>
      </dgm:t>
    </dgm:pt>
    <dgm:pt modelId="{67C7AA67-00AA-4A94-BAC8-45AC86E3A78D}">
      <dgm:prSet/>
      <dgm:spPr/>
      <dgm:t>
        <a:bodyPr/>
        <a:lstStyle/>
        <a:p>
          <a:r>
            <a:rPr lang="en-US"/>
            <a:t>Suggest params → Create DataLoaders → Train 50 epochs → Return loss</a:t>
          </a:r>
        </a:p>
      </dgm:t>
    </dgm:pt>
    <dgm:pt modelId="{37DCA491-09CF-487A-B6B5-7AF2E3181DA4}" type="parTrans" cxnId="{1EB2E2C4-E9E4-40DD-B4EA-8D2D0DD40D55}">
      <dgm:prSet/>
      <dgm:spPr/>
      <dgm:t>
        <a:bodyPr/>
        <a:lstStyle/>
        <a:p>
          <a:endParaRPr lang="en-US"/>
        </a:p>
      </dgm:t>
    </dgm:pt>
    <dgm:pt modelId="{30833561-267E-4D37-9BF6-A8F7209D5EBE}" type="sibTrans" cxnId="{1EB2E2C4-E9E4-40DD-B4EA-8D2D0DD40D55}">
      <dgm:prSet/>
      <dgm:spPr/>
      <dgm:t>
        <a:bodyPr/>
        <a:lstStyle/>
        <a:p>
          <a:endParaRPr lang="en-US"/>
        </a:p>
      </dgm:t>
    </dgm:pt>
    <dgm:pt modelId="{ED2E0D3C-4A44-4379-B276-C40817016350}">
      <dgm:prSet/>
      <dgm:spPr/>
      <dgm:t>
        <a:bodyPr/>
        <a:lstStyle/>
        <a:p>
          <a:r>
            <a:rPr lang="en-US"/>
            <a:t>Phase 3: Final Training (100 epochs)</a:t>
          </a:r>
        </a:p>
      </dgm:t>
    </dgm:pt>
    <dgm:pt modelId="{E7BE3DC8-8768-4EA2-879B-EA18C8AF4300}" type="parTrans" cxnId="{01996AD5-5573-4DF1-90D6-6D7D024B412B}">
      <dgm:prSet/>
      <dgm:spPr/>
      <dgm:t>
        <a:bodyPr/>
        <a:lstStyle/>
        <a:p>
          <a:endParaRPr lang="en-US"/>
        </a:p>
      </dgm:t>
    </dgm:pt>
    <dgm:pt modelId="{214AAB90-6548-4AA8-A7E9-85C917E8958C}" type="sibTrans" cxnId="{01996AD5-5573-4DF1-90D6-6D7D024B412B}">
      <dgm:prSet/>
      <dgm:spPr/>
      <dgm:t>
        <a:bodyPr/>
        <a:lstStyle/>
        <a:p>
          <a:endParaRPr lang="en-US"/>
        </a:p>
      </dgm:t>
    </dgm:pt>
    <dgm:pt modelId="{FDCC493E-3B9E-456C-A124-E582F96023E4}">
      <dgm:prSet/>
      <dgm:spPr/>
      <dgm:t>
        <a:bodyPr/>
        <a:lstStyle/>
        <a:p>
          <a:r>
            <a:rPr lang="en-US"/>
            <a:t>Use best params → Train longer → Early stopping → Save model</a:t>
          </a:r>
        </a:p>
      </dgm:t>
    </dgm:pt>
    <dgm:pt modelId="{F47D5E1F-00E1-471B-933B-1BE5AA60848A}" type="parTrans" cxnId="{AA25E811-33A0-4278-911D-3423BC5B6F61}">
      <dgm:prSet/>
      <dgm:spPr/>
      <dgm:t>
        <a:bodyPr/>
        <a:lstStyle/>
        <a:p>
          <a:endParaRPr lang="en-US"/>
        </a:p>
      </dgm:t>
    </dgm:pt>
    <dgm:pt modelId="{63EF28B2-51CE-4BA5-A44F-53BA561B6D83}" type="sibTrans" cxnId="{AA25E811-33A0-4278-911D-3423BC5B6F61}">
      <dgm:prSet/>
      <dgm:spPr/>
      <dgm:t>
        <a:bodyPr/>
        <a:lstStyle/>
        <a:p>
          <a:endParaRPr lang="en-US"/>
        </a:p>
      </dgm:t>
    </dgm:pt>
    <dgm:pt modelId="{2C6325C7-28F5-462F-AACB-70E78F7C15EB}">
      <dgm:prSet/>
      <dgm:spPr/>
      <dgm:t>
        <a:bodyPr/>
        <a:lstStyle/>
        <a:p>
          <a:r>
            <a:rPr lang="en-US"/>
            <a:t>Phase 4: Evaluation</a:t>
          </a:r>
        </a:p>
      </dgm:t>
    </dgm:pt>
    <dgm:pt modelId="{E7147A21-2506-4950-8007-004F8470EDA8}" type="parTrans" cxnId="{212F2019-12BB-489E-9A9F-66F7A7749734}">
      <dgm:prSet/>
      <dgm:spPr/>
      <dgm:t>
        <a:bodyPr/>
        <a:lstStyle/>
        <a:p>
          <a:endParaRPr lang="en-US"/>
        </a:p>
      </dgm:t>
    </dgm:pt>
    <dgm:pt modelId="{0999EE2E-96E5-49B1-B25F-1BB6A4EC24AE}" type="sibTrans" cxnId="{212F2019-12BB-489E-9A9F-66F7A7749734}">
      <dgm:prSet/>
      <dgm:spPr/>
      <dgm:t>
        <a:bodyPr/>
        <a:lstStyle/>
        <a:p>
          <a:endParaRPr lang="en-US"/>
        </a:p>
      </dgm:t>
    </dgm:pt>
    <dgm:pt modelId="{1E6DAC1C-0439-483D-B508-31D7936A8849}">
      <dgm:prSet/>
      <dgm:spPr/>
      <dgm:t>
        <a:bodyPr/>
        <a:lstStyle/>
        <a:p>
          <a:r>
            <a:rPr lang="en-US"/>
            <a:t>Load model → Test set inference → Compute metrics → Report results</a:t>
          </a:r>
        </a:p>
      </dgm:t>
    </dgm:pt>
    <dgm:pt modelId="{33FA18F3-EAA2-4C7B-B356-C17C7EA736E6}" type="parTrans" cxnId="{320BCEF6-567C-4BCD-B224-9174CFD4137C}">
      <dgm:prSet/>
      <dgm:spPr/>
      <dgm:t>
        <a:bodyPr/>
        <a:lstStyle/>
        <a:p>
          <a:endParaRPr lang="en-US"/>
        </a:p>
      </dgm:t>
    </dgm:pt>
    <dgm:pt modelId="{F694CCBE-185B-492B-BDF6-8A8234094E0C}" type="sibTrans" cxnId="{320BCEF6-567C-4BCD-B224-9174CFD4137C}">
      <dgm:prSet/>
      <dgm:spPr/>
      <dgm:t>
        <a:bodyPr/>
        <a:lstStyle/>
        <a:p>
          <a:endParaRPr lang="en-US"/>
        </a:p>
      </dgm:t>
    </dgm:pt>
    <dgm:pt modelId="{089D9A3F-7AD4-419F-920D-CCF4A5AF3F33}">
      <dgm:prSet/>
      <dgm:spPr/>
      <dgm:t>
        <a:bodyPr/>
        <a:lstStyle/>
        <a:p>
          <a:r>
            <a:rPr lang="en-US"/>
            <a:t>Phase 5: Deployment</a:t>
          </a:r>
        </a:p>
      </dgm:t>
    </dgm:pt>
    <dgm:pt modelId="{8C95D4F8-AE31-43C0-9FBA-10F95A5AD776}" type="parTrans" cxnId="{C0F56985-783A-4EB2-B3EC-B4AC4349B1FC}">
      <dgm:prSet/>
      <dgm:spPr/>
      <dgm:t>
        <a:bodyPr/>
        <a:lstStyle/>
        <a:p>
          <a:endParaRPr lang="en-US"/>
        </a:p>
      </dgm:t>
    </dgm:pt>
    <dgm:pt modelId="{960D3B4E-E91A-437A-B349-02A4070C30AE}" type="sibTrans" cxnId="{C0F56985-783A-4EB2-B3EC-B4AC4349B1FC}">
      <dgm:prSet/>
      <dgm:spPr/>
      <dgm:t>
        <a:bodyPr/>
        <a:lstStyle/>
        <a:p>
          <a:endParaRPr lang="en-US"/>
        </a:p>
      </dgm:t>
    </dgm:pt>
    <dgm:pt modelId="{7CDED774-3B41-47B0-86B7-C089842E8457}">
      <dgm:prSet/>
      <dgm:spPr/>
      <dgm:t>
        <a:bodyPr/>
        <a:lstStyle/>
        <a:p>
          <a:r>
            <a:rPr lang="en-US"/>
            <a:t>Load model → Accept image → Preprocess → Predict → Return class</a:t>
          </a:r>
        </a:p>
      </dgm:t>
    </dgm:pt>
    <dgm:pt modelId="{D2701B07-DF38-4085-9559-03D793B9E4BB}" type="parTrans" cxnId="{E3894F1D-D7EB-4EE1-B51B-D3232F071732}">
      <dgm:prSet/>
      <dgm:spPr/>
      <dgm:t>
        <a:bodyPr/>
        <a:lstStyle/>
        <a:p>
          <a:endParaRPr lang="en-US"/>
        </a:p>
      </dgm:t>
    </dgm:pt>
    <dgm:pt modelId="{063AFB6D-BB93-49D0-8AFD-648F96CD209B}" type="sibTrans" cxnId="{E3894F1D-D7EB-4EE1-B51B-D3232F071732}">
      <dgm:prSet/>
      <dgm:spPr/>
      <dgm:t>
        <a:bodyPr/>
        <a:lstStyle/>
        <a:p>
          <a:endParaRPr lang="en-US"/>
        </a:p>
      </dgm:t>
    </dgm:pt>
    <dgm:pt modelId="{13DABD83-2CEE-46C9-A8BC-C4BC69463A3E}" type="pres">
      <dgm:prSet presAssocID="{F8006253-1D1B-4723-AE61-B092B67C9A07}" presName="Name0" presStyleCnt="0">
        <dgm:presLayoutVars>
          <dgm:dir/>
          <dgm:resizeHandles val="exact"/>
        </dgm:presLayoutVars>
      </dgm:prSet>
      <dgm:spPr/>
    </dgm:pt>
    <dgm:pt modelId="{A8CA9E6B-2A62-4694-BC71-DA36F98928EC}" type="pres">
      <dgm:prSet presAssocID="{F33B1621-EA1B-49A1-9D5C-EF805F41E619}" presName="node" presStyleLbl="node1" presStyleIdx="0" presStyleCnt="10">
        <dgm:presLayoutVars>
          <dgm:bulletEnabled val="1"/>
        </dgm:presLayoutVars>
      </dgm:prSet>
      <dgm:spPr/>
    </dgm:pt>
    <dgm:pt modelId="{32679F7A-CF0D-467E-9225-49A860FCCACE}" type="pres">
      <dgm:prSet presAssocID="{86D38A56-C2B7-4B08-A858-223060F9F9A9}" presName="sibTrans" presStyleLbl="sibTrans1D1" presStyleIdx="0" presStyleCnt="9"/>
      <dgm:spPr/>
    </dgm:pt>
    <dgm:pt modelId="{84B912A5-9B6E-4E9C-A199-96AA55670ED5}" type="pres">
      <dgm:prSet presAssocID="{86D38A56-C2B7-4B08-A858-223060F9F9A9}" presName="connectorText" presStyleLbl="sibTrans1D1" presStyleIdx="0" presStyleCnt="9"/>
      <dgm:spPr/>
    </dgm:pt>
    <dgm:pt modelId="{17C434CB-C678-494A-94ED-87BAE0F39B92}" type="pres">
      <dgm:prSet presAssocID="{1381F166-FCDA-4963-90D6-9261F99062D1}" presName="node" presStyleLbl="node1" presStyleIdx="1" presStyleCnt="10">
        <dgm:presLayoutVars>
          <dgm:bulletEnabled val="1"/>
        </dgm:presLayoutVars>
      </dgm:prSet>
      <dgm:spPr/>
    </dgm:pt>
    <dgm:pt modelId="{DC659399-280E-402A-80B3-DD30C81C743C}" type="pres">
      <dgm:prSet presAssocID="{584A6A73-361B-4603-A934-FD14CF89B1C4}" presName="sibTrans" presStyleLbl="sibTrans1D1" presStyleIdx="1" presStyleCnt="9"/>
      <dgm:spPr/>
    </dgm:pt>
    <dgm:pt modelId="{44740F9A-30B2-45A0-B022-455A2B694199}" type="pres">
      <dgm:prSet presAssocID="{584A6A73-361B-4603-A934-FD14CF89B1C4}" presName="connectorText" presStyleLbl="sibTrans1D1" presStyleIdx="1" presStyleCnt="9"/>
      <dgm:spPr/>
    </dgm:pt>
    <dgm:pt modelId="{F84FA48F-05E9-4FB0-8E75-825B597BFAEC}" type="pres">
      <dgm:prSet presAssocID="{18FC3121-2CAA-4985-8148-BE53FFC8DE02}" presName="node" presStyleLbl="node1" presStyleIdx="2" presStyleCnt="10">
        <dgm:presLayoutVars>
          <dgm:bulletEnabled val="1"/>
        </dgm:presLayoutVars>
      </dgm:prSet>
      <dgm:spPr/>
    </dgm:pt>
    <dgm:pt modelId="{3FDC80DF-B047-4A71-BB31-A6ABA7DFEF84}" type="pres">
      <dgm:prSet presAssocID="{AD5F47A7-15CB-4507-BEEA-7858C095AD3A}" presName="sibTrans" presStyleLbl="sibTrans1D1" presStyleIdx="2" presStyleCnt="9"/>
      <dgm:spPr/>
    </dgm:pt>
    <dgm:pt modelId="{8A7DB846-797E-4D4F-BD9D-2D06C0F01874}" type="pres">
      <dgm:prSet presAssocID="{AD5F47A7-15CB-4507-BEEA-7858C095AD3A}" presName="connectorText" presStyleLbl="sibTrans1D1" presStyleIdx="2" presStyleCnt="9"/>
      <dgm:spPr/>
    </dgm:pt>
    <dgm:pt modelId="{698C1A11-07AC-4CC7-97BF-FF99F5917AD1}" type="pres">
      <dgm:prSet presAssocID="{67C7AA67-00AA-4A94-BAC8-45AC86E3A78D}" presName="node" presStyleLbl="node1" presStyleIdx="3" presStyleCnt="10">
        <dgm:presLayoutVars>
          <dgm:bulletEnabled val="1"/>
        </dgm:presLayoutVars>
      </dgm:prSet>
      <dgm:spPr/>
    </dgm:pt>
    <dgm:pt modelId="{F894EF29-2F29-4E07-A06D-FF56DBA6B924}" type="pres">
      <dgm:prSet presAssocID="{30833561-267E-4D37-9BF6-A8F7209D5EBE}" presName="sibTrans" presStyleLbl="sibTrans1D1" presStyleIdx="3" presStyleCnt="9"/>
      <dgm:spPr/>
    </dgm:pt>
    <dgm:pt modelId="{7BB0A730-7836-4B83-BBDC-AE8B7471874C}" type="pres">
      <dgm:prSet presAssocID="{30833561-267E-4D37-9BF6-A8F7209D5EBE}" presName="connectorText" presStyleLbl="sibTrans1D1" presStyleIdx="3" presStyleCnt="9"/>
      <dgm:spPr/>
    </dgm:pt>
    <dgm:pt modelId="{0C43B8A4-4FCF-4574-A8EE-E09D05618955}" type="pres">
      <dgm:prSet presAssocID="{ED2E0D3C-4A44-4379-B276-C40817016350}" presName="node" presStyleLbl="node1" presStyleIdx="4" presStyleCnt="10">
        <dgm:presLayoutVars>
          <dgm:bulletEnabled val="1"/>
        </dgm:presLayoutVars>
      </dgm:prSet>
      <dgm:spPr/>
    </dgm:pt>
    <dgm:pt modelId="{4D6B0349-179D-4F40-BAA5-92091001F030}" type="pres">
      <dgm:prSet presAssocID="{214AAB90-6548-4AA8-A7E9-85C917E8958C}" presName="sibTrans" presStyleLbl="sibTrans1D1" presStyleIdx="4" presStyleCnt="9"/>
      <dgm:spPr/>
    </dgm:pt>
    <dgm:pt modelId="{452C963D-F7F9-4C82-89EF-36C3FD956683}" type="pres">
      <dgm:prSet presAssocID="{214AAB90-6548-4AA8-A7E9-85C917E8958C}" presName="connectorText" presStyleLbl="sibTrans1D1" presStyleIdx="4" presStyleCnt="9"/>
      <dgm:spPr/>
    </dgm:pt>
    <dgm:pt modelId="{4A026AF9-DE41-408E-BCA7-D27EEA148649}" type="pres">
      <dgm:prSet presAssocID="{FDCC493E-3B9E-456C-A124-E582F96023E4}" presName="node" presStyleLbl="node1" presStyleIdx="5" presStyleCnt="10">
        <dgm:presLayoutVars>
          <dgm:bulletEnabled val="1"/>
        </dgm:presLayoutVars>
      </dgm:prSet>
      <dgm:spPr/>
    </dgm:pt>
    <dgm:pt modelId="{B0463A9A-C0FD-4CA1-9DAA-F762004730F1}" type="pres">
      <dgm:prSet presAssocID="{63EF28B2-51CE-4BA5-A44F-53BA561B6D83}" presName="sibTrans" presStyleLbl="sibTrans1D1" presStyleIdx="5" presStyleCnt="9"/>
      <dgm:spPr/>
    </dgm:pt>
    <dgm:pt modelId="{FD77CBF7-0525-49E1-8D7F-EE1A9C7E49AD}" type="pres">
      <dgm:prSet presAssocID="{63EF28B2-51CE-4BA5-A44F-53BA561B6D83}" presName="connectorText" presStyleLbl="sibTrans1D1" presStyleIdx="5" presStyleCnt="9"/>
      <dgm:spPr/>
    </dgm:pt>
    <dgm:pt modelId="{5A93842F-3927-4083-9D49-5EDE7CB996BF}" type="pres">
      <dgm:prSet presAssocID="{2C6325C7-28F5-462F-AACB-70E78F7C15EB}" presName="node" presStyleLbl="node1" presStyleIdx="6" presStyleCnt="10">
        <dgm:presLayoutVars>
          <dgm:bulletEnabled val="1"/>
        </dgm:presLayoutVars>
      </dgm:prSet>
      <dgm:spPr/>
    </dgm:pt>
    <dgm:pt modelId="{488CC946-73CE-4FB3-951B-BA8F4578FED1}" type="pres">
      <dgm:prSet presAssocID="{0999EE2E-96E5-49B1-B25F-1BB6A4EC24AE}" presName="sibTrans" presStyleLbl="sibTrans1D1" presStyleIdx="6" presStyleCnt="9"/>
      <dgm:spPr/>
    </dgm:pt>
    <dgm:pt modelId="{493BF574-1D28-4339-933A-1B7177B72E15}" type="pres">
      <dgm:prSet presAssocID="{0999EE2E-96E5-49B1-B25F-1BB6A4EC24AE}" presName="connectorText" presStyleLbl="sibTrans1D1" presStyleIdx="6" presStyleCnt="9"/>
      <dgm:spPr/>
    </dgm:pt>
    <dgm:pt modelId="{5D61A028-244A-481A-98F9-2E7424A1B7C6}" type="pres">
      <dgm:prSet presAssocID="{1E6DAC1C-0439-483D-B508-31D7936A8849}" presName="node" presStyleLbl="node1" presStyleIdx="7" presStyleCnt="10">
        <dgm:presLayoutVars>
          <dgm:bulletEnabled val="1"/>
        </dgm:presLayoutVars>
      </dgm:prSet>
      <dgm:spPr/>
    </dgm:pt>
    <dgm:pt modelId="{1BA785A5-BCCF-44E2-8E1F-1E19A3D44C95}" type="pres">
      <dgm:prSet presAssocID="{F694CCBE-185B-492B-BDF6-8A8234094E0C}" presName="sibTrans" presStyleLbl="sibTrans1D1" presStyleIdx="7" presStyleCnt="9"/>
      <dgm:spPr/>
    </dgm:pt>
    <dgm:pt modelId="{665A4247-DC0E-4CB5-94AF-F9D59AED2CA7}" type="pres">
      <dgm:prSet presAssocID="{F694CCBE-185B-492B-BDF6-8A8234094E0C}" presName="connectorText" presStyleLbl="sibTrans1D1" presStyleIdx="7" presStyleCnt="9"/>
      <dgm:spPr/>
    </dgm:pt>
    <dgm:pt modelId="{5BB189C9-49D3-425A-BF0C-96D688D0FA3E}" type="pres">
      <dgm:prSet presAssocID="{089D9A3F-7AD4-419F-920D-CCF4A5AF3F33}" presName="node" presStyleLbl="node1" presStyleIdx="8" presStyleCnt="10">
        <dgm:presLayoutVars>
          <dgm:bulletEnabled val="1"/>
        </dgm:presLayoutVars>
      </dgm:prSet>
      <dgm:spPr/>
    </dgm:pt>
    <dgm:pt modelId="{04C90F84-4BE7-49DF-9E10-CC56794C9894}" type="pres">
      <dgm:prSet presAssocID="{960D3B4E-E91A-437A-B349-02A4070C30AE}" presName="sibTrans" presStyleLbl="sibTrans1D1" presStyleIdx="8" presStyleCnt="9"/>
      <dgm:spPr/>
    </dgm:pt>
    <dgm:pt modelId="{4CA86FB2-EE21-4A7D-A0E5-B5C85EF29567}" type="pres">
      <dgm:prSet presAssocID="{960D3B4E-E91A-437A-B349-02A4070C30AE}" presName="connectorText" presStyleLbl="sibTrans1D1" presStyleIdx="8" presStyleCnt="9"/>
      <dgm:spPr/>
    </dgm:pt>
    <dgm:pt modelId="{DA954316-6B2A-47A2-BD31-7A62CFE109B7}" type="pres">
      <dgm:prSet presAssocID="{7CDED774-3B41-47B0-86B7-C089842E8457}" presName="node" presStyleLbl="node1" presStyleIdx="9" presStyleCnt="10">
        <dgm:presLayoutVars>
          <dgm:bulletEnabled val="1"/>
        </dgm:presLayoutVars>
      </dgm:prSet>
      <dgm:spPr/>
    </dgm:pt>
  </dgm:ptLst>
  <dgm:cxnLst>
    <dgm:cxn modelId="{33C7E500-B868-4B0A-8A28-E21EB7FCC50A}" type="presOf" srcId="{584A6A73-361B-4603-A934-FD14CF89B1C4}" destId="{DC659399-280E-402A-80B3-DD30C81C743C}" srcOrd="0" destOrd="0" presId="urn:microsoft.com/office/officeart/2016/7/layout/RepeatingBendingProcessNew"/>
    <dgm:cxn modelId="{406F1406-4BC5-49B3-A872-14FE84F6FF12}" type="presOf" srcId="{7CDED774-3B41-47B0-86B7-C089842E8457}" destId="{DA954316-6B2A-47A2-BD31-7A62CFE109B7}" srcOrd="0" destOrd="0" presId="urn:microsoft.com/office/officeart/2016/7/layout/RepeatingBendingProcessNew"/>
    <dgm:cxn modelId="{913AE909-AFEB-4529-A728-3766BA88C71E}" type="presOf" srcId="{214AAB90-6548-4AA8-A7E9-85C917E8958C}" destId="{4D6B0349-179D-4F40-BAA5-92091001F030}" srcOrd="0" destOrd="0" presId="urn:microsoft.com/office/officeart/2016/7/layout/RepeatingBendingProcessNew"/>
    <dgm:cxn modelId="{B8A48D0E-B4A6-4573-A141-942D94475DD2}" srcId="{F8006253-1D1B-4723-AE61-B092B67C9A07}" destId="{F33B1621-EA1B-49A1-9D5C-EF805F41E619}" srcOrd="0" destOrd="0" parTransId="{51789662-AE75-4D41-A222-1D3903F07778}" sibTransId="{86D38A56-C2B7-4B08-A858-223060F9F9A9}"/>
    <dgm:cxn modelId="{CD096511-D724-403B-8EE5-652DD1C75825}" type="presOf" srcId="{86D38A56-C2B7-4B08-A858-223060F9F9A9}" destId="{84B912A5-9B6E-4E9C-A199-96AA55670ED5}" srcOrd="1" destOrd="0" presId="urn:microsoft.com/office/officeart/2016/7/layout/RepeatingBendingProcessNew"/>
    <dgm:cxn modelId="{AA25E811-33A0-4278-911D-3423BC5B6F61}" srcId="{F8006253-1D1B-4723-AE61-B092B67C9A07}" destId="{FDCC493E-3B9E-456C-A124-E582F96023E4}" srcOrd="5" destOrd="0" parTransId="{F47D5E1F-00E1-471B-933B-1BE5AA60848A}" sibTransId="{63EF28B2-51CE-4BA5-A44F-53BA561B6D83}"/>
    <dgm:cxn modelId="{84DE0E15-AE51-4C3A-A23C-405C1CA51B15}" type="presOf" srcId="{AD5F47A7-15CB-4507-BEEA-7858C095AD3A}" destId="{8A7DB846-797E-4D4F-BD9D-2D06C0F01874}" srcOrd="1" destOrd="0" presId="urn:microsoft.com/office/officeart/2016/7/layout/RepeatingBendingProcessNew"/>
    <dgm:cxn modelId="{212F2019-12BB-489E-9A9F-66F7A7749734}" srcId="{F8006253-1D1B-4723-AE61-B092B67C9A07}" destId="{2C6325C7-28F5-462F-AACB-70E78F7C15EB}" srcOrd="6" destOrd="0" parTransId="{E7147A21-2506-4950-8007-004F8470EDA8}" sibTransId="{0999EE2E-96E5-49B1-B25F-1BB6A4EC24AE}"/>
    <dgm:cxn modelId="{E3894F1D-D7EB-4EE1-B51B-D3232F071732}" srcId="{F8006253-1D1B-4723-AE61-B092B67C9A07}" destId="{7CDED774-3B41-47B0-86B7-C089842E8457}" srcOrd="9" destOrd="0" parTransId="{D2701B07-DF38-4085-9559-03D793B9E4BB}" sibTransId="{063AFB6D-BB93-49D0-8AFD-648F96CD209B}"/>
    <dgm:cxn modelId="{A2B5911F-497A-4956-B0FF-2771F27977D6}" type="presOf" srcId="{0999EE2E-96E5-49B1-B25F-1BB6A4EC24AE}" destId="{488CC946-73CE-4FB3-951B-BA8F4578FED1}" srcOrd="0" destOrd="0" presId="urn:microsoft.com/office/officeart/2016/7/layout/RepeatingBendingProcessNew"/>
    <dgm:cxn modelId="{24B2EC30-E54C-40CA-B304-9DD2CC69576C}" type="presOf" srcId="{63EF28B2-51CE-4BA5-A44F-53BA561B6D83}" destId="{FD77CBF7-0525-49E1-8D7F-EE1A9C7E49AD}" srcOrd="1" destOrd="0" presId="urn:microsoft.com/office/officeart/2016/7/layout/RepeatingBendingProcessNew"/>
    <dgm:cxn modelId="{79BB9533-6604-4852-9B60-1E1C1FCCB44A}" type="presOf" srcId="{F694CCBE-185B-492B-BDF6-8A8234094E0C}" destId="{665A4247-DC0E-4CB5-94AF-F9D59AED2CA7}" srcOrd="1" destOrd="0" presId="urn:microsoft.com/office/officeart/2016/7/layout/RepeatingBendingProcessNew"/>
    <dgm:cxn modelId="{C5D5CA3C-D501-4C2E-B8AB-825E18BC8515}" type="presOf" srcId="{F33B1621-EA1B-49A1-9D5C-EF805F41E619}" destId="{A8CA9E6B-2A62-4694-BC71-DA36F98928EC}" srcOrd="0" destOrd="0" presId="urn:microsoft.com/office/officeart/2016/7/layout/RepeatingBendingProcessNew"/>
    <dgm:cxn modelId="{FFA57E3D-E421-4417-9DA0-A4FD7A79584C}" type="presOf" srcId="{089D9A3F-7AD4-419F-920D-CCF4A5AF3F33}" destId="{5BB189C9-49D3-425A-BF0C-96D688D0FA3E}" srcOrd="0" destOrd="0" presId="urn:microsoft.com/office/officeart/2016/7/layout/RepeatingBendingProcessNew"/>
    <dgm:cxn modelId="{8744F241-4A5F-40AB-9923-ED188080A951}" type="presOf" srcId="{F8006253-1D1B-4723-AE61-B092B67C9A07}" destId="{13DABD83-2CEE-46C9-A8BC-C4BC69463A3E}" srcOrd="0" destOrd="0" presId="urn:microsoft.com/office/officeart/2016/7/layout/RepeatingBendingProcessNew"/>
    <dgm:cxn modelId="{4485BA43-2CFA-4AC4-8A9A-CC82430F2E20}" type="presOf" srcId="{960D3B4E-E91A-437A-B349-02A4070C30AE}" destId="{04C90F84-4BE7-49DF-9E10-CC56794C9894}" srcOrd="0" destOrd="0" presId="urn:microsoft.com/office/officeart/2016/7/layout/RepeatingBendingProcessNew"/>
    <dgm:cxn modelId="{65694645-8D36-4ABC-82C2-3575224319CE}" type="presOf" srcId="{584A6A73-361B-4603-A934-FD14CF89B1C4}" destId="{44740F9A-30B2-45A0-B022-455A2B694199}" srcOrd="1" destOrd="0" presId="urn:microsoft.com/office/officeart/2016/7/layout/RepeatingBendingProcessNew"/>
    <dgm:cxn modelId="{2B4BF36A-5882-4516-B85E-263E5AA8FA64}" type="presOf" srcId="{18FC3121-2CAA-4985-8148-BE53FFC8DE02}" destId="{F84FA48F-05E9-4FB0-8E75-825B597BFAEC}" srcOrd="0" destOrd="0" presId="urn:microsoft.com/office/officeart/2016/7/layout/RepeatingBendingProcessNew"/>
    <dgm:cxn modelId="{1E320373-0EF3-488C-A810-916882C3225A}" type="presOf" srcId="{0999EE2E-96E5-49B1-B25F-1BB6A4EC24AE}" destId="{493BF574-1D28-4339-933A-1B7177B72E15}" srcOrd="1" destOrd="0" presId="urn:microsoft.com/office/officeart/2016/7/layout/RepeatingBendingProcessNew"/>
    <dgm:cxn modelId="{883C7C73-8248-4860-95BD-F4E5B15EBBFC}" type="presOf" srcId="{AD5F47A7-15CB-4507-BEEA-7858C095AD3A}" destId="{3FDC80DF-B047-4A71-BB31-A6ABA7DFEF84}" srcOrd="0" destOrd="0" presId="urn:microsoft.com/office/officeart/2016/7/layout/RepeatingBendingProcessNew"/>
    <dgm:cxn modelId="{3699BE75-3B0F-407C-AC1C-53C6930DFE12}" type="presOf" srcId="{2C6325C7-28F5-462F-AACB-70E78F7C15EB}" destId="{5A93842F-3927-4083-9D49-5EDE7CB996BF}" srcOrd="0" destOrd="0" presId="urn:microsoft.com/office/officeart/2016/7/layout/RepeatingBendingProcessNew"/>
    <dgm:cxn modelId="{7BBE5359-96BC-4C6B-A46E-4C95F0E9A474}" type="presOf" srcId="{86D38A56-C2B7-4B08-A858-223060F9F9A9}" destId="{32679F7A-CF0D-467E-9225-49A860FCCACE}" srcOrd="0" destOrd="0" presId="urn:microsoft.com/office/officeart/2016/7/layout/RepeatingBendingProcessNew"/>
    <dgm:cxn modelId="{C0F56985-783A-4EB2-B3EC-B4AC4349B1FC}" srcId="{F8006253-1D1B-4723-AE61-B092B67C9A07}" destId="{089D9A3F-7AD4-419F-920D-CCF4A5AF3F33}" srcOrd="8" destOrd="0" parTransId="{8C95D4F8-AE31-43C0-9FBA-10F95A5AD776}" sibTransId="{960D3B4E-E91A-437A-B349-02A4070C30AE}"/>
    <dgm:cxn modelId="{8D2E5B89-FC61-48E5-BEF8-6585AFB88093}" type="presOf" srcId="{30833561-267E-4D37-9BF6-A8F7209D5EBE}" destId="{F894EF29-2F29-4E07-A06D-FF56DBA6B924}" srcOrd="0" destOrd="0" presId="urn:microsoft.com/office/officeart/2016/7/layout/RepeatingBendingProcessNew"/>
    <dgm:cxn modelId="{E6778596-EA50-4FBC-936F-0A6F3E9A1563}" type="presOf" srcId="{1E6DAC1C-0439-483D-B508-31D7936A8849}" destId="{5D61A028-244A-481A-98F9-2E7424A1B7C6}" srcOrd="0" destOrd="0" presId="urn:microsoft.com/office/officeart/2016/7/layout/RepeatingBendingProcessNew"/>
    <dgm:cxn modelId="{0F77D29A-7012-4D05-ADE7-8D79F0DD99A1}" type="presOf" srcId="{F694CCBE-185B-492B-BDF6-8A8234094E0C}" destId="{1BA785A5-BCCF-44E2-8E1F-1E19A3D44C95}" srcOrd="0" destOrd="0" presId="urn:microsoft.com/office/officeart/2016/7/layout/RepeatingBendingProcessNew"/>
    <dgm:cxn modelId="{04E2A3B8-75A4-4672-821A-199D0F6D8257}" type="presOf" srcId="{ED2E0D3C-4A44-4379-B276-C40817016350}" destId="{0C43B8A4-4FCF-4574-A8EE-E09D05618955}" srcOrd="0" destOrd="0" presId="urn:microsoft.com/office/officeart/2016/7/layout/RepeatingBendingProcessNew"/>
    <dgm:cxn modelId="{384F3DBD-945F-41BD-82FA-A304E14436E9}" srcId="{F8006253-1D1B-4723-AE61-B092B67C9A07}" destId="{18FC3121-2CAA-4985-8148-BE53FFC8DE02}" srcOrd="2" destOrd="0" parTransId="{A04D03EE-D2CC-41E4-98D4-9AB1BFC7FA1C}" sibTransId="{AD5F47A7-15CB-4507-BEEA-7858C095AD3A}"/>
    <dgm:cxn modelId="{D70555C0-E1EB-4BAF-B049-70FF2AC4D891}" type="presOf" srcId="{30833561-267E-4D37-9BF6-A8F7209D5EBE}" destId="{7BB0A730-7836-4B83-BBDC-AE8B7471874C}" srcOrd="1" destOrd="0" presId="urn:microsoft.com/office/officeart/2016/7/layout/RepeatingBendingProcessNew"/>
    <dgm:cxn modelId="{1EB2E2C4-E9E4-40DD-B4EA-8D2D0DD40D55}" srcId="{F8006253-1D1B-4723-AE61-B092B67C9A07}" destId="{67C7AA67-00AA-4A94-BAC8-45AC86E3A78D}" srcOrd="3" destOrd="0" parTransId="{37DCA491-09CF-487A-B6B5-7AF2E3181DA4}" sibTransId="{30833561-267E-4D37-9BF6-A8F7209D5EBE}"/>
    <dgm:cxn modelId="{E59D2ACB-F4DC-411F-BA95-C844E6F0F32B}" type="presOf" srcId="{67C7AA67-00AA-4A94-BAC8-45AC86E3A78D}" destId="{698C1A11-07AC-4CC7-97BF-FF99F5917AD1}" srcOrd="0" destOrd="0" presId="urn:microsoft.com/office/officeart/2016/7/layout/RepeatingBendingProcessNew"/>
    <dgm:cxn modelId="{01996AD5-5573-4DF1-90D6-6D7D024B412B}" srcId="{F8006253-1D1B-4723-AE61-B092B67C9A07}" destId="{ED2E0D3C-4A44-4379-B276-C40817016350}" srcOrd="4" destOrd="0" parTransId="{E7BE3DC8-8768-4EA2-879B-EA18C8AF4300}" sibTransId="{214AAB90-6548-4AA8-A7E9-85C917E8958C}"/>
    <dgm:cxn modelId="{0BC1ECD7-1B7A-4503-8976-8CC780AB9916}" srcId="{F8006253-1D1B-4723-AE61-B092B67C9A07}" destId="{1381F166-FCDA-4963-90D6-9261F99062D1}" srcOrd="1" destOrd="0" parTransId="{A91007AE-7886-48EC-8A75-58CC56F56269}" sibTransId="{584A6A73-361B-4603-A934-FD14CF89B1C4}"/>
    <dgm:cxn modelId="{3C14BDDD-9C6A-400B-B572-0AF39DDA556D}" type="presOf" srcId="{FDCC493E-3B9E-456C-A124-E582F96023E4}" destId="{4A026AF9-DE41-408E-BCA7-D27EEA148649}" srcOrd="0" destOrd="0" presId="urn:microsoft.com/office/officeart/2016/7/layout/RepeatingBendingProcessNew"/>
    <dgm:cxn modelId="{D60835E5-459B-430C-BBE5-D51C593CDB06}" type="presOf" srcId="{63EF28B2-51CE-4BA5-A44F-53BA561B6D83}" destId="{B0463A9A-C0FD-4CA1-9DAA-F762004730F1}" srcOrd="0" destOrd="0" presId="urn:microsoft.com/office/officeart/2016/7/layout/RepeatingBendingProcessNew"/>
    <dgm:cxn modelId="{D68C86E8-4694-44F8-B5EC-0F43D02BAAAB}" type="presOf" srcId="{214AAB90-6548-4AA8-A7E9-85C917E8958C}" destId="{452C963D-F7F9-4C82-89EF-36C3FD956683}" srcOrd="1" destOrd="0" presId="urn:microsoft.com/office/officeart/2016/7/layout/RepeatingBendingProcessNew"/>
    <dgm:cxn modelId="{320BCEF6-567C-4BCD-B224-9174CFD4137C}" srcId="{F8006253-1D1B-4723-AE61-B092B67C9A07}" destId="{1E6DAC1C-0439-483D-B508-31D7936A8849}" srcOrd="7" destOrd="0" parTransId="{33FA18F3-EAA2-4C7B-B356-C17C7EA736E6}" sibTransId="{F694CCBE-185B-492B-BDF6-8A8234094E0C}"/>
    <dgm:cxn modelId="{E64ADAF6-4EB8-4FB9-A64D-344296EEFD48}" type="presOf" srcId="{1381F166-FCDA-4963-90D6-9261F99062D1}" destId="{17C434CB-C678-494A-94ED-87BAE0F39B92}" srcOrd="0" destOrd="0" presId="urn:microsoft.com/office/officeart/2016/7/layout/RepeatingBendingProcessNew"/>
    <dgm:cxn modelId="{469B99F8-9CB5-4045-A86B-854EA2AB078E}" type="presOf" srcId="{960D3B4E-E91A-437A-B349-02A4070C30AE}" destId="{4CA86FB2-EE21-4A7D-A0E5-B5C85EF29567}" srcOrd="1" destOrd="0" presId="urn:microsoft.com/office/officeart/2016/7/layout/RepeatingBendingProcessNew"/>
    <dgm:cxn modelId="{29C29E60-E130-4A76-A2B0-10714584F085}" type="presParOf" srcId="{13DABD83-2CEE-46C9-A8BC-C4BC69463A3E}" destId="{A8CA9E6B-2A62-4694-BC71-DA36F98928EC}" srcOrd="0" destOrd="0" presId="urn:microsoft.com/office/officeart/2016/7/layout/RepeatingBendingProcessNew"/>
    <dgm:cxn modelId="{FD9F24AC-160B-4325-B953-80CEEA869133}" type="presParOf" srcId="{13DABD83-2CEE-46C9-A8BC-C4BC69463A3E}" destId="{32679F7A-CF0D-467E-9225-49A860FCCACE}" srcOrd="1" destOrd="0" presId="urn:microsoft.com/office/officeart/2016/7/layout/RepeatingBendingProcessNew"/>
    <dgm:cxn modelId="{42876CF0-6D3A-4A32-A6F5-C58D35C522C7}" type="presParOf" srcId="{32679F7A-CF0D-467E-9225-49A860FCCACE}" destId="{84B912A5-9B6E-4E9C-A199-96AA55670ED5}" srcOrd="0" destOrd="0" presId="urn:microsoft.com/office/officeart/2016/7/layout/RepeatingBendingProcessNew"/>
    <dgm:cxn modelId="{9F94B293-DCB9-4CCB-A4E8-CC871BB94E75}" type="presParOf" srcId="{13DABD83-2CEE-46C9-A8BC-C4BC69463A3E}" destId="{17C434CB-C678-494A-94ED-87BAE0F39B92}" srcOrd="2" destOrd="0" presId="urn:microsoft.com/office/officeart/2016/7/layout/RepeatingBendingProcessNew"/>
    <dgm:cxn modelId="{3E97C2F4-8A94-4DAF-A523-ACB79CBCE31E}" type="presParOf" srcId="{13DABD83-2CEE-46C9-A8BC-C4BC69463A3E}" destId="{DC659399-280E-402A-80B3-DD30C81C743C}" srcOrd="3" destOrd="0" presId="urn:microsoft.com/office/officeart/2016/7/layout/RepeatingBendingProcessNew"/>
    <dgm:cxn modelId="{A06ABDD7-8696-42C7-A5EE-021B2EDC5637}" type="presParOf" srcId="{DC659399-280E-402A-80B3-DD30C81C743C}" destId="{44740F9A-30B2-45A0-B022-455A2B694199}" srcOrd="0" destOrd="0" presId="urn:microsoft.com/office/officeart/2016/7/layout/RepeatingBendingProcessNew"/>
    <dgm:cxn modelId="{C76633DC-D3C3-4942-BCEB-EB238AC5FC4E}" type="presParOf" srcId="{13DABD83-2CEE-46C9-A8BC-C4BC69463A3E}" destId="{F84FA48F-05E9-4FB0-8E75-825B597BFAEC}" srcOrd="4" destOrd="0" presId="urn:microsoft.com/office/officeart/2016/7/layout/RepeatingBendingProcessNew"/>
    <dgm:cxn modelId="{0CBEDE22-3EA7-46B8-B51F-8BD070131AE2}" type="presParOf" srcId="{13DABD83-2CEE-46C9-A8BC-C4BC69463A3E}" destId="{3FDC80DF-B047-4A71-BB31-A6ABA7DFEF84}" srcOrd="5" destOrd="0" presId="urn:microsoft.com/office/officeart/2016/7/layout/RepeatingBendingProcessNew"/>
    <dgm:cxn modelId="{C6C1138B-1496-44EC-A370-153ED225B4F0}" type="presParOf" srcId="{3FDC80DF-B047-4A71-BB31-A6ABA7DFEF84}" destId="{8A7DB846-797E-4D4F-BD9D-2D06C0F01874}" srcOrd="0" destOrd="0" presId="urn:microsoft.com/office/officeart/2016/7/layout/RepeatingBendingProcessNew"/>
    <dgm:cxn modelId="{F98F6431-9B1A-4250-9FF2-F546D84C3871}" type="presParOf" srcId="{13DABD83-2CEE-46C9-A8BC-C4BC69463A3E}" destId="{698C1A11-07AC-4CC7-97BF-FF99F5917AD1}" srcOrd="6" destOrd="0" presId="urn:microsoft.com/office/officeart/2016/7/layout/RepeatingBendingProcessNew"/>
    <dgm:cxn modelId="{8845652D-EB2E-464F-911F-672434D0B267}" type="presParOf" srcId="{13DABD83-2CEE-46C9-A8BC-C4BC69463A3E}" destId="{F894EF29-2F29-4E07-A06D-FF56DBA6B924}" srcOrd="7" destOrd="0" presId="urn:microsoft.com/office/officeart/2016/7/layout/RepeatingBendingProcessNew"/>
    <dgm:cxn modelId="{92CB217F-5AAE-469A-AF94-9D478BE39EB8}" type="presParOf" srcId="{F894EF29-2F29-4E07-A06D-FF56DBA6B924}" destId="{7BB0A730-7836-4B83-BBDC-AE8B7471874C}" srcOrd="0" destOrd="0" presId="urn:microsoft.com/office/officeart/2016/7/layout/RepeatingBendingProcessNew"/>
    <dgm:cxn modelId="{960D84A1-B4B8-4F1E-A6B3-EE407DE29339}" type="presParOf" srcId="{13DABD83-2CEE-46C9-A8BC-C4BC69463A3E}" destId="{0C43B8A4-4FCF-4574-A8EE-E09D05618955}" srcOrd="8" destOrd="0" presId="urn:microsoft.com/office/officeart/2016/7/layout/RepeatingBendingProcessNew"/>
    <dgm:cxn modelId="{72517FCB-4A74-43F9-886E-EF20675DF67D}" type="presParOf" srcId="{13DABD83-2CEE-46C9-A8BC-C4BC69463A3E}" destId="{4D6B0349-179D-4F40-BAA5-92091001F030}" srcOrd="9" destOrd="0" presId="urn:microsoft.com/office/officeart/2016/7/layout/RepeatingBendingProcessNew"/>
    <dgm:cxn modelId="{78951409-B4E2-4C8D-8797-137334846E84}" type="presParOf" srcId="{4D6B0349-179D-4F40-BAA5-92091001F030}" destId="{452C963D-F7F9-4C82-89EF-36C3FD956683}" srcOrd="0" destOrd="0" presId="urn:microsoft.com/office/officeart/2016/7/layout/RepeatingBendingProcessNew"/>
    <dgm:cxn modelId="{7C116737-B9B0-427E-B2B2-93FA3E8D123E}" type="presParOf" srcId="{13DABD83-2CEE-46C9-A8BC-C4BC69463A3E}" destId="{4A026AF9-DE41-408E-BCA7-D27EEA148649}" srcOrd="10" destOrd="0" presId="urn:microsoft.com/office/officeart/2016/7/layout/RepeatingBendingProcessNew"/>
    <dgm:cxn modelId="{56B18E18-2BA7-4545-B36B-1E6D9A8AEDE8}" type="presParOf" srcId="{13DABD83-2CEE-46C9-A8BC-C4BC69463A3E}" destId="{B0463A9A-C0FD-4CA1-9DAA-F762004730F1}" srcOrd="11" destOrd="0" presId="urn:microsoft.com/office/officeart/2016/7/layout/RepeatingBendingProcessNew"/>
    <dgm:cxn modelId="{B88D90F0-1CA4-4522-A7F0-0B0FA5D1161C}" type="presParOf" srcId="{B0463A9A-C0FD-4CA1-9DAA-F762004730F1}" destId="{FD77CBF7-0525-49E1-8D7F-EE1A9C7E49AD}" srcOrd="0" destOrd="0" presId="urn:microsoft.com/office/officeart/2016/7/layout/RepeatingBendingProcessNew"/>
    <dgm:cxn modelId="{6E28E3CF-FEC9-4735-86E0-538A60F51C21}" type="presParOf" srcId="{13DABD83-2CEE-46C9-A8BC-C4BC69463A3E}" destId="{5A93842F-3927-4083-9D49-5EDE7CB996BF}" srcOrd="12" destOrd="0" presId="urn:microsoft.com/office/officeart/2016/7/layout/RepeatingBendingProcessNew"/>
    <dgm:cxn modelId="{CC6A027A-AD1F-43DD-BA62-33726E7E4F4B}" type="presParOf" srcId="{13DABD83-2CEE-46C9-A8BC-C4BC69463A3E}" destId="{488CC946-73CE-4FB3-951B-BA8F4578FED1}" srcOrd="13" destOrd="0" presId="urn:microsoft.com/office/officeart/2016/7/layout/RepeatingBendingProcessNew"/>
    <dgm:cxn modelId="{31E4AC63-8D12-45F2-831D-7E589864223A}" type="presParOf" srcId="{488CC946-73CE-4FB3-951B-BA8F4578FED1}" destId="{493BF574-1D28-4339-933A-1B7177B72E15}" srcOrd="0" destOrd="0" presId="urn:microsoft.com/office/officeart/2016/7/layout/RepeatingBendingProcessNew"/>
    <dgm:cxn modelId="{9905717E-D20E-4DEA-B5E0-6EF13F65AA95}" type="presParOf" srcId="{13DABD83-2CEE-46C9-A8BC-C4BC69463A3E}" destId="{5D61A028-244A-481A-98F9-2E7424A1B7C6}" srcOrd="14" destOrd="0" presId="urn:microsoft.com/office/officeart/2016/7/layout/RepeatingBendingProcessNew"/>
    <dgm:cxn modelId="{3468DE11-19FE-4818-BB3C-5DB5802BC0E2}" type="presParOf" srcId="{13DABD83-2CEE-46C9-A8BC-C4BC69463A3E}" destId="{1BA785A5-BCCF-44E2-8E1F-1E19A3D44C95}" srcOrd="15" destOrd="0" presId="urn:microsoft.com/office/officeart/2016/7/layout/RepeatingBendingProcessNew"/>
    <dgm:cxn modelId="{EBF92075-1581-4154-9D97-9159E875F687}" type="presParOf" srcId="{1BA785A5-BCCF-44E2-8E1F-1E19A3D44C95}" destId="{665A4247-DC0E-4CB5-94AF-F9D59AED2CA7}" srcOrd="0" destOrd="0" presId="urn:microsoft.com/office/officeart/2016/7/layout/RepeatingBendingProcessNew"/>
    <dgm:cxn modelId="{C2B3D315-1D34-4E82-868E-4F320B5ACAC3}" type="presParOf" srcId="{13DABD83-2CEE-46C9-A8BC-C4BC69463A3E}" destId="{5BB189C9-49D3-425A-BF0C-96D688D0FA3E}" srcOrd="16" destOrd="0" presId="urn:microsoft.com/office/officeart/2016/7/layout/RepeatingBendingProcessNew"/>
    <dgm:cxn modelId="{B8C8CB96-E773-473C-843C-8FA3E290C274}" type="presParOf" srcId="{13DABD83-2CEE-46C9-A8BC-C4BC69463A3E}" destId="{04C90F84-4BE7-49DF-9E10-CC56794C9894}" srcOrd="17" destOrd="0" presId="urn:microsoft.com/office/officeart/2016/7/layout/RepeatingBendingProcessNew"/>
    <dgm:cxn modelId="{44C4E7D3-8FE9-430C-8935-3F980324D571}" type="presParOf" srcId="{04C90F84-4BE7-49DF-9E10-CC56794C9894}" destId="{4CA86FB2-EE21-4A7D-A0E5-B5C85EF29567}" srcOrd="0" destOrd="0" presId="urn:microsoft.com/office/officeart/2016/7/layout/RepeatingBendingProcessNew"/>
    <dgm:cxn modelId="{F626BA74-F477-4F73-9D8B-9446F7B7931B}" type="presParOf" srcId="{13DABD83-2CEE-46C9-A8BC-C4BC69463A3E}" destId="{DA954316-6B2A-47A2-BD31-7A62CFE109B7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1CDE16-4643-455F-932D-1EEE501E11C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D765AB-2489-45BE-A43B-7E10983EF0D6}">
      <dgm:prSet/>
      <dgm:spPr/>
      <dgm:t>
        <a:bodyPr/>
        <a:lstStyle/>
        <a:p>
          <a:r>
            <a:rPr lang="en-US"/>
            <a:t>Data Augmentation Pipeline:</a:t>
          </a:r>
        </a:p>
      </dgm:t>
    </dgm:pt>
    <dgm:pt modelId="{EC86560A-8310-4BBF-B707-68C27877BB44}" type="parTrans" cxnId="{71D69F84-6BBE-4894-A18A-ED9F6EF0240C}">
      <dgm:prSet/>
      <dgm:spPr/>
      <dgm:t>
        <a:bodyPr/>
        <a:lstStyle/>
        <a:p>
          <a:endParaRPr lang="en-US"/>
        </a:p>
      </dgm:t>
    </dgm:pt>
    <dgm:pt modelId="{870296B1-BCA0-4BC7-AA69-35B7E9F68B06}" type="sibTrans" cxnId="{71D69F84-6BBE-4894-A18A-ED9F6EF0240C}">
      <dgm:prSet/>
      <dgm:spPr/>
      <dgm:t>
        <a:bodyPr/>
        <a:lstStyle/>
        <a:p>
          <a:endParaRPr lang="en-US"/>
        </a:p>
      </dgm:t>
    </dgm:pt>
    <dgm:pt modelId="{F640EB41-634C-4EBB-945D-F9E9ACA99663}">
      <dgm:prSet/>
      <dgm:spPr/>
      <dgm:t>
        <a:bodyPr/>
        <a:lstStyle/>
        <a:p>
          <a:r>
            <a:rPr lang="en-US"/>
            <a:t>• Dynamic augmentation based on trial parameters</a:t>
          </a:r>
        </a:p>
      </dgm:t>
    </dgm:pt>
    <dgm:pt modelId="{534EFEFD-6E22-403A-8436-75E43ED3FB27}" type="parTrans" cxnId="{77EB1F04-79A0-48C7-88DE-A2CD4FB89725}">
      <dgm:prSet/>
      <dgm:spPr/>
      <dgm:t>
        <a:bodyPr/>
        <a:lstStyle/>
        <a:p>
          <a:endParaRPr lang="en-US"/>
        </a:p>
      </dgm:t>
    </dgm:pt>
    <dgm:pt modelId="{4BD20AD7-4EB2-48B8-849A-6B1D91FEB59E}" type="sibTrans" cxnId="{77EB1F04-79A0-48C7-88DE-A2CD4FB89725}">
      <dgm:prSet/>
      <dgm:spPr/>
      <dgm:t>
        <a:bodyPr/>
        <a:lstStyle/>
        <a:p>
          <a:endParaRPr lang="en-US"/>
        </a:p>
      </dgm:t>
    </dgm:pt>
    <dgm:pt modelId="{CA3851BF-9A0B-4DB8-AE37-B2909C28663C}">
      <dgm:prSet/>
      <dgm:spPr/>
      <dgm:t>
        <a:bodyPr/>
        <a:lstStyle/>
        <a:p>
          <a:r>
            <a:rPr lang="en-US"/>
            <a:t>• Support for ImageNet, simple, and custom normalization</a:t>
          </a:r>
        </a:p>
      </dgm:t>
    </dgm:pt>
    <dgm:pt modelId="{494786EC-3F17-4A5B-BD87-8B76C505DE34}" type="parTrans" cxnId="{6170EE95-3B50-49DA-9E07-A06520C0B695}">
      <dgm:prSet/>
      <dgm:spPr/>
      <dgm:t>
        <a:bodyPr/>
        <a:lstStyle/>
        <a:p>
          <a:endParaRPr lang="en-US"/>
        </a:p>
      </dgm:t>
    </dgm:pt>
    <dgm:pt modelId="{7F7E3A38-CAE3-4888-A7D3-CCDC5231E0F7}" type="sibTrans" cxnId="{6170EE95-3B50-49DA-9E07-A06520C0B695}">
      <dgm:prSet/>
      <dgm:spPr/>
      <dgm:t>
        <a:bodyPr/>
        <a:lstStyle/>
        <a:p>
          <a:endParaRPr lang="en-US"/>
        </a:p>
      </dgm:t>
    </dgm:pt>
    <dgm:pt modelId="{348C8BA7-641D-405D-9C8A-E1B0C75A5436}">
      <dgm:prSet/>
      <dgm:spPr/>
      <dgm:t>
        <a:bodyPr/>
        <a:lstStyle/>
        <a:p>
          <a:r>
            <a:rPr lang="en-US"/>
            <a:t>Robust Optimization:</a:t>
          </a:r>
        </a:p>
      </dgm:t>
    </dgm:pt>
    <dgm:pt modelId="{27B38CD2-28FA-424F-83EF-76A65063C492}" type="parTrans" cxnId="{21EC6D03-2CEE-436B-AB7B-880789F83E7B}">
      <dgm:prSet/>
      <dgm:spPr/>
      <dgm:t>
        <a:bodyPr/>
        <a:lstStyle/>
        <a:p>
          <a:endParaRPr lang="en-US"/>
        </a:p>
      </dgm:t>
    </dgm:pt>
    <dgm:pt modelId="{F0C2B79B-C4DE-4EF3-B225-AFB69050D37E}" type="sibTrans" cxnId="{21EC6D03-2CEE-436B-AB7B-880789F83E7B}">
      <dgm:prSet/>
      <dgm:spPr/>
      <dgm:t>
        <a:bodyPr/>
        <a:lstStyle/>
        <a:p>
          <a:endParaRPr lang="en-US"/>
        </a:p>
      </dgm:t>
    </dgm:pt>
    <dgm:pt modelId="{3EBF8505-D512-473E-AA26-D09D9E83B5F8}">
      <dgm:prSet/>
      <dgm:spPr/>
      <dgm:t>
        <a:bodyPr/>
        <a:lstStyle/>
        <a:p>
          <a:r>
            <a:rPr lang="en-US"/>
            <a:t>• Each Optuna trial creates independent DataLoaders</a:t>
          </a:r>
        </a:p>
      </dgm:t>
    </dgm:pt>
    <dgm:pt modelId="{2715AFD7-F31B-497C-9298-0E065D6993CE}" type="parTrans" cxnId="{63588719-36A9-4435-B58B-530D90EA7EB3}">
      <dgm:prSet/>
      <dgm:spPr/>
      <dgm:t>
        <a:bodyPr/>
        <a:lstStyle/>
        <a:p>
          <a:endParaRPr lang="en-US"/>
        </a:p>
      </dgm:t>
    </dgm:pt>
    <dgm:pt modelId="{8F582163-F471-44D7-94EF-6597462946E6}" type="sibTrans" cxnId="{63588719-36A9-4435-B58B-530D90EA7EB3}">
      <dgm:prSet/>
      <dgm:spPr/>
      <dgm:t>
        <a:bodyPr/>
        <a:lstStyle/>
        <a:p>
          <a:endParaRPr lang="en-US"/>
        </a:p>
      </dgm:t>
    </dgm:pt>
    <dgm:pt modelId="{1053FFD2-69A0-4C95-856C-C7DE41DAB24D}">
      <dgm:prSet/>
      <dgm:spPr/>
      <dgm:t>
        <a:bodyPr/>
        <a:lstStyle/>
        <a:p>
          <a:r>
            <a:rPr lang="en-US"/>
            <a:t>• Transformations vary per trial (not fixed)</a:t>
          </a:r>
        </a:p>
      </dgm:t>
    </dgm:pt>
    <dgm:pt modelId="{8797EB1E-315A-462B-84C4-23B0C5116E45}" type="parTrans" cxnId="{007EDC0D-0ACD-44DC-8D4A-AE112D932A32}">
      <dgm:prSet/>
      <dgm:spPr/>
      <dgm:t>
        <a:bodyPr/>
        <a:lstStyle/>
        <a:p>
          <a:endParaRPr lang="en-US"/>
        </a:p>
      </dgm:t>
    </dgm:pt>
    <dgm:pt modelId="{5DAC0518-1E58-4427-95D4-FC8DF4059E78}" type="sibTrans" cxnId="{007EDC0D-0ACD-44DC-8D4A-AE112D932A32}">
      <dgm:prSet/>
      <dgm:spPr/>
      <dgm:t>
        <a:bodyPr/>
        <a:lstStyle/>
        <a:p>
          <a:endParaRPr lang="en-US"/>
        </a:p>
      </dgm:t>
    </dgm:pt>
    <dgm:pt modelId="{7E9869AD-D679-4D93-8C1D-40DF4CB8DA6B}">
      <dgm:prSet/>
      <dgm:spPr/>
      <dgm:t>
        <a:bodyPr/>
        <a:lstStyle/>
        <a:p>
          <a:r>
            <a:rPr lang="en-US"/>
            <a:t>• True hyperparameter optimization</a:t>
          </a:r>
        </a:p>
      </dgm:t>
    </dgm:pt>
    <dgm:pt modelId="{8FE45A22-C21B-4F7B-8272-1BD8BBF69E14}" type="parTrans" cxnId="{A59F7697-69FE-4BD4-A698-90B8A16D019C}">
      <dgm:prSet/>
      <dgm:spPr/>
      <dgm:t>
        <a:bodyPr/>
        <a:lstStyle/>
        <a:p>
          <a:endParaRPr lang="en-US"/>
        </a:p>
      </dgm:t>
    </dgm:pt>
    <dgm:pt modelId="{45D230AA-9FBB-43FB-81A0-E52D2C0A1AF0}" type="sibTrans" cxnId="{A59F7697-69FE-4BD4-A698-90B8A16D019C}">
      <dgm:prSet/>
      <dgm:spPr/>
      <dgm:t>
        <a:bodyPr/>
        <a:lstStyle/>
        <a:p>
          <a:endParaRPr lang="en-US"/>
        </a:p>
      </dgm:t>
    </dgm:pt>
    <dgm:pt modelId="{0D1AD622-4F42-43BF-8ED2-B787C5833731}">
      <dgm:prSet/>
      <dgm:spPr/>
      <dgm:t>
        <a:bodyPr/>
        <a:lstStyle/>
        <a:p>
          <a:r>
            <a:rPr lang="en-US"/>
            <a:t>Model Management:</a:t>
          </a:r>
        </a:p>
      </dgm:t>
    </dgm:pt>
    <dgm:pt modelId="{FD8F9400-C221-4448-A227-D2066747CC7C}" type="parTrans" cxnId="{E8E19F73-B43A-46F9-9528-14C81AC9325B}">
      <dgm:prSet/>
      <dgm:spPr/>
      <dgm:t>
        <a:bodyPr/>
        <a:lstStyle/>
        <a:p>
          <a:endParaRPr lang="en-US"/>
        </a:p>
      </dgm:t>
    </dgm:pt>
    <dgm:pt modelId="{9CC38EDE-10E2-436D-8618-9AB8AA10D32E}" type="sibTrans" cxnId="{E8E19F73-B43A-46F9-9528-14C81AC9325B}">
      <dgm:prSet/>
      <dgm:spPr/>
      <dgm:t>
        <a:bodyPr/>
        <a:lstStyle/>
        <a:p>
          <a:endParaRPr lang="en-US"/>
        </a:p>
      </dgm:t>
    </dgm:pt>
    <dgm:pt modelId="{CD24A0C2-9B0E-474E-847A-AED2B9AB4C0C}">
      <dgm:prSet/>
      <dgm:spPr/>
      <dgm:t>
        <a:bodyPr/>
        <a:lstStyle/>
        <a:p>
          <a:r>
            <a:rPr lang="en-US"/>
            <a:t>• Save best model checkpoint</a:t>
          </a:r>
        </a:p>
      </dgm:t>
    </dgm:pt>
    <dgm:pt modelId="{3D36B3DB-6653-4C1E-85F3-2A6500211FC2}" type="parTrans" cxnId="{F84E7DAC-ABD5-4242-B4D7-CBD144CCF534}">
      <dgm:prSet/>
      <dgm:spPr/>
      <dgm:t>
        <a:bodyPr/>
        <a:lstStyle/>
        <a:p>
          <a:endParaRPr lang="en-US"/>
        </a:p>
      </dgm:t>
    </dgm:pt>
    <dgm:pt modelId="{0DEA353E-5F5B-470C-9F8F-8DA68747A646}" type="sibTrans" cxnId="{F84E7DAC-ABD5-4242-B4D7-CBD144CCF534}">
      <dgm:prSet/>
      <dgm:spPr/>
      <dgm:t>
        <a:bodyPr/>
        <a:lstStyle/>
        <a:p>
          <a:endParaRPr lang="en-US"/>
        </a:p>
      </dgm:t>
    </dgm:pt>
    <dgm:pt modelId="{2BB74898-F8D9-4E73-B629-FB9C2DA8E8F2}">
      <dgm:prSet/>
      <dgm:spPr/>
      <dgm:t>
        <a:bodyPr/>
        <a:lstStyle/>
        <a:p>
          <a:r>
            <a:rPr lang="en-US"/>
            <a:t>• Early stopping with patience</a:t>
          </a:r>
        </a:p>
      </dgm:t>
    </dgm:pt>
    <dgm:pt modelId="{31410ABA-5533-44BA-BAE7-5929D4E3DCD1}" type="parTrans" cxnId="{71FDD6CF-B690-4AA1-AE9B-DB27DCD8E184}">
      <dgm:prSet/>
      <dgm:spPr/>
      <dgm:t>
        <a:bodyPr/>
        <a:lstStyle/>
        <a:p>
          <a:endParaRPr lang="en-US"/>
        </a:p>
      </dgm:t>
    </dgm:pt>
    <dgm:pt modelId="{A139584F-1768-40BF-A917-DF68052E296E}" type="sibTrans" cxnId="{71FDD6CF-B690-4AA1-AE9B-DB27DCD8E184}">
      <dgm:prSet/>
      <dgm:spPr/>
      <dgm:t>
        <a:bodyPr/>
        <a:lstStyle/>
        <a:p>
          <a:endParaRPr lang="en-US"/>
        </a:p>
      </dgm:t>
    </dgm:pt>
    <dgm:pt modelId="{C17B64A2-2D6F-4FF6-B2BE-5E28F874F1AC}">
      <dgm:prSet/>
      <dgm:spPr/>
      <dgm:t>
        <a:bodyPr/>
        <a:lstStyle/>
        <a:p>
          <a:r>
            <a:rPr lang="en-US"/>
            <a:t>• Reproducible results with fixed seed</a:t>
          </a:r>
        </a:p>
      </dgm:t>
    </dgm:pt>
    <dgm:pt modelId="{70A73E26-D36F-4454-8220-A9B226F87F88}" type="parTrans" cxnId="{ACEFECF5-86A5-47E2-A588-93964E6D895E}">
      <dgm:prSet/>
      <dgm:spPr/>
      <dgm:t>
        <a:bodyPr/>
        <a:lstStyle/>
        <a:p>
          <a:endParaRPr lang="en-US"/>
        </a:p>
      </dgm:t>
    </dgm:pt>
    <dgm:pt modelId="{03723BC3-1C54-4C6E-B7EE-91E402B1991F}" type="sibTrans" cxnId="{ACEFECF5-86A5-47E2-A588-93964E6D895E}">
      <dgm:prSet/>
      <dgm:spPr/>
      <dgm:t>
        <a:bodyPr/>
        <a:lstStyle/>
        <a:p>
          <a:endParaRPr lang="en-US"/>
        </a:p>
      </dgm:t>
    </dgm:pt>
    <dgm:pt modelId="{C5F60B1C-A66D-4E1E-B5B1-E8380F7F3211}">
      <dgm:prSet/>
      <dgm:spPr/>
      <dgm:t>
        <a:bodyPr/>
        <a:lstStyle/>
        <a:p>
          <a:r>
            <a:rPr lang="en-US"/>
            <a:t>Production Ready:</a:t>
          </a:r>
        </a:p>
      </dgm:t>
    </dgm:pt>
    <dgm:pt modelId="{A65D9A66-25C3-4AAE-B741-33EC30D984F0}" type="parTrans" cxnId="{D6B12160-2C93-4CAD-91A8-F70CD0A4E880}">
      <dgm:prSet/>
      <dgm:spPr/>
      <dgm:t>
        <a:bodyPr/>
        <a:lstStyle/>
        <a:p>
          <a:endParaRPr lang="en-US"/>
        </a:p>
      </dgm:t>
    </dgm:pt>
    <dgm:pt modelId="{A7A3E665-8699-4EF7-AC2F-D7A2106CC241}" type="sibTrans" cxnId="{D6B12160-2C93-4CAD-91A8-F70CD0A4E880}">
      <dgm:prSet/>
      <dgm:spPr/>
      <dgm:t>
        <a:bodyPr/>
        <a:lstStyle/>
        <a:p>
          <a:endParaRPr lang="en-US"/>
        </a:p>
      </dgm:t>
    </dgm:pt>
    <dgm:pt modelId="{1B75EC34-40F5-4B57-AAC0-E0807ED5E2DB}">
      <dgm:prSet/>
      <dgm:spPr/>
      <dgm:t>
        <a:bodyPr/>
        <a:lstStyle/>
        <a:p>
          <a:r>
            <a:rPr lang="en-US"/>
            <a:t>• Inference mode (model.eval())</a:t>
          </a:r>
        </a:p>
      </dgm:t>
    </dgm:pt>
    <dgm:pt modelId="{7D8AB7EF-2C57-4F7F-9F9E-4E231F26DC9B}" type="parTrans" cxnId="{6AC17F82-47E7-42E4-B299-18FD3C2A27B6}">
      <dgm:prSet/>
      <dgm:spPr/>
      <dgm:t>
        <a:bodyPr/>
        <a:lstStyle/>
        <a:p>
          <a:endParaRPr lang="en-US"/>
        </a:p>
      </dgm:t>
    </dgm:pt>
    <dgm:pt modelId="{51A2ED1C-7BD5-4046-80BA-2951C04CD1C9}" type="sibTrans" cxnId="{6AC17F82-47E7-42E4-B299-18FD3C2A27B6}">
      <dgm:prSet/>
      <dgm:spPr/>
      <dgm:t>
        <a:bodyPr/>
        <a:lstStyle/>
        <a:p>
          <a:endParaRPr lang="en-US"/>
        </a:p>
      </dgm:t>
    </dgm:pt>
    <dgm:pt modelId="{5CFAE1A0-9B8F-4D3F-A1A6-1648E0C84AA1}">
      <dgm:prSet/>
      <dgm:spPr/>
      <dgm:t>
        <a:bodyPr/>
        <a:lstStyle/>
        <a:p>
          <a:r>
            <a:rPr lang="en-US"/>
            <a:t>• Batch predictions</a:t>
          </a:r>
        </a:p>
      </dgm:t>
    </dgm:pt>
    <dgm:pt modelId="{54FA8A6B-0C7F-46F4-BECF-9EACF31957B8}" type="parTrans" cxnId="{B12C6F71-99BF-4BC9-AC6F-CCBD99C4EC11}">
      <dgm:prSet/>
      <dgm:spPr/>
      <dgm:t>
        <a:bodyPr/>
        <a:lstStyle/>
        <a:p>
          <a:endParaRPr lang="en-US"/>
        </a:p>
      </dgm:t>
    </dgm:pt>
    <dgm:pt modelId="{C79EAC61-D018-498E-BADF-DAF80634083B}" type="sibTrans" cxnId="{B12C6F71-99BF-4BC9-AC6F-CCBD99C4EC11}">
      <dgm:prSet/>
      <dgm:spPr/>
      <dgm:t>
        <a:bodyPr/>
        <a:lstStyle/>
        <a:p>
          <a:endParaRPr lang="en-US"/>
        </a:p>
      </dgm:t>
    </dgm:pt>
    <dgm:pt modelId="{7B451924-8964-47F5-A1B1-C9FECDC1A89B}">
      <dgm:prSet/>
      <dgm:spPr/>
      <dgm:t>
        <a:bodyPr/>
        <a:lstStyle/>
        <a:p>
          <a:r>
            <a:rPr lang="en-US" dirty="0"/>
            <a:t>• Accuracy metrics</a:t>
          </a:r>
        </a:p>
      </dgm:t>
    </dgm:pt>
    <dgm:pt modelId="{9633A84D-9524-480A-A983-AD1B35229547}" type="parTrans" cxnId="{E14C45D4-9B64-42AA-87AC-97A1E798727F}">
      <dgm:prSet/>
      <dgm:spPr/>
      <dgm:t>
        <a:bodyPr/>
        <a:lstStyle/>
        <a:p>
          <a:endParaRPr lang="en-US"/>
        </a:p>
      </dgm:t>
    </dgm:pt>
    <dgm:pt modelId="{CB637D88-0A76-4535-8AB1-EEABA89A247B}" type="sibTrans" cxnId="{E14C45D4-9B64-42AA-87AC-97A1E798727F}">
      <dgm:prSet/>
      <dgm:spPr/>
      <dgm:t>
        <a:bodyPr/>
        <a:lstStyle/>
        <a:p>
          <a:endParaRPr lang="en-US"/>
        </a:p>
      </dgm:t>
    </dgm:pt>
    <dgm:pt modelId="{C606EFB7-05EA-4FB8-BB72-8879EBF8CBE5}" type="pres">
      <dgm:prSet presAssocID="{D71CDE16-4643-455F-932D-1EEE501E11C1}" presName="Name0" presStyleCnt="0">
        <dgm:presLayoutVars>
          <dgm:dir/>
          <dgm:resizeHandles val="exact"/>
        </dgm:presLayoutVars>
      </dgm:prSet>
      <dgm:spPr/>
    </dgm:pt>
    <dgm:pt modelId="{1204117D-CB39-4AAA-A4CA-DA094043B6E5}" type="pres">
      <dgm:prSet presAssocID="{84D765AB-2489-45BE-A43B-7E10983EF0D6}" presName="node" presStyleLbl="node1" presStyleIdx="0" presStyleCnt="15">
        <dgm:presLayoutVars>
          <dgm:bulletEnabled val="1"/>
        </dgm:presLayoutVars>
      </dgm:prSet>
      <dgm:spPr/>
    </dgm:pt>
    <dgm:pt modelId="{8B761D0A-F94E-4FC4-8CDF-7E55B0138E67}" type="pres">
      <dgm:prSet presAssocID="{870296B1-BCA0-4BC7-AA69-35B7E9F68B06}" presName="sibTrans" presStyleLbl="sibTrans1D1" presStyleIdx="0" presStyleCnt="14"/>
      <dgm:spPr/>
    </dgm:pt>
    <dgm:pt modelId="{12C9B5E4-339B-4C12-9935-2FEE5AAC9638}" type="pres">
      <dgm:prSet presAssocID="{870296B1-BCA0-4BC7-AA69-35B7E9F68B06}" presName="connectorText" presStyleLbl="sibTrans1D1" presStyleIdx="0" presStyleCnt="14"/>
      <dgm:spPr/>
    </dgm:pt>
    <dgm:pt modelId="{1CBF0E30-B6BA-473F-860A-D3726340B925}" type="pres">
      <dgm:prSet presAssocID="{F640EB41-634C-4EBB-945D-F9E9ACA99663}" presName="node" presStyleLbl="node1" presStyleIdx="1" presStyleCnt="15">
        <dgm:presLayoutVars>
          <dgm:bulletEnabled val="1"/>
        </dgm:presLayoutVars>
      </dgm:prSet>
      <dgm:spPr/>
    </dgm:pt>
    <dgm:pt modelId="{D7953598-1BA1-450C-81B1-BC673F933672}" type="pres">
      <dgm:prSet presAssocID="{4BD20AD7-4EB2-48B8-849A-6B1D91FEB59E}" presName="sibTrans" presStyleLbl="sibTrans1D1" presStyleIdx="1" presStyleCnt="14"/>
      <dgm:spPr/>
    </dgm:pt>
    <dgm:pt modelId="{9221F19B-8F52-496D-998B-515462D0F7E4}" type="pres">
      <dgm:prSet presAssocID="{4BD20AD7-4EB2-48B8-849A-6B1D91FEB59E}" presName="connectorText" presStyleLbl="sibTrans1D1" presStyleIdx="1" presStyleCnt="14"/>
      <dgm:spPr/>
    </dgm:pt>
    <dgm:pt modelId="{78A6E32E-7E05-45F4-B4B9-D55CD13C26D7}" type="pres">
      <dgm:prSet presAssocID="{CA3851BF-9A0B-4DB8-AE37-B2909C28663C}" presName="node" presStyleLbl="node1" presStyleIdx="2" presStyleCnt="15">
        <dgm:presLayoutVars>
          <dgm:bulletEnabled val="1"/>
        </dgm:presLayoutVars>
      </dgm:prSet>
      <dgm:spPr/>
    </dgm:pt>
    <dgm:pt modelId="{913BAE7C-068A-4B04-B718-B090FCFDF519}" type="pres">
      <dgm:prSet presAssocID="{7F7E3A38-CAE3-4888-A7D3-CCDC5231E0F7}" presName="sibTrans" presStyleLbl="sibTrans1D1" presStyleIdx="2" presStyleCnt="14"/>
      <dgm:spPr/>
    </dgm:pt>
    <dgm:pt modelId="{1A52D13F-DD35-4423-A416-2534D851EDB4}" type="pres">
      <dgm:prSet presAssocID="{7F7E3A38-CAE3-4888-A7D3-CCDC5231E0F7}" presName="connectorText" presStyleLbl="sibTrans1D1" presStyleIdx="2" presStyleCnt="14"/>
      <dgm:spPr/>
    </dgm:pt>
    <dgm:pt modelId="{0316EBCB-DD19-4DBF-B87F-93AB964A6B27}" type="pres">
      <dgm:prSet presAssocID="{348C8BA7-641D-405D-9C8A-E1B0C75A5436}" presName="node" presStyleLbl="node1" presStyleIdx="3" presStyleCnt="15">
        <dgm:presLayoutVars>
          <dgm:bulletEnabled val="1"/>
        </dgm:presLayoutVars>
      </dgm:prSet>
      <dgm:spPr/>
    </dgm:pt>
    <dgm:pt modelId="{C1F77E87-4227-4153-A034-08E39BCFEC6C}" type="pres">
      <dgm:prSet presAssocID="{F0C2B79B-C4DE-4EF3-B225-AFB69050D37E}" presName="sibTrans" presStyleLbl="sibTrans1D1" presStyleIdx="3" presStyleCnt="14"/>
      <dgm:spPr/>
    </dgm:pt>
    <dgm:pt modelId="{FCA985B3-3CA9-4C09-81F8-8BE954F0F4E6}" type="pres">
      <dgm:prSet presAssocID="{F0C2B79B-C4DE-4EF3-B225-AFB69050D37E}" presName="connectorText" presStyleLbl="sibTrans1D1" presStyleIdx="3" presStyleCnt="14"/>
      <dgm:spPr/>
    </dgm:pt>
    <dgm:pt modelId="{E3FAC9BB-F9A3-46BA-A86F-076C514159EC}" type="pres">
      <dgm:prSet presAssocID="{3EBF8505-D512-473E-AA26-D09D9E83B5F8}" presName="node" presStyleLbl="node1" presStyleIdx="4" presStyleCnt="15">
        <dgm:presLayoutVars>
          <dgm:bulletEnabled val="1"/>
        </dgm:presLayoutVars>
      </dgm:prSet>
      <dgm:spPr/>
    </dgm:pt>
    <dgm:pt modelId="{7C7F0386-FFD7-409A-BDAA-298BDDFF9391}" type="pres">
      <dgm:prSet presAssocID="{8F582163-F471-44D7-94EF-6597462946E6}" presName="sibTrans" presStyleLbl="sibTrans1D1" presStyleIdx="4" presStyleCnt="14"/>
      <dgm:spPr/>
    </dgm:pt>
    <dgm:pt modelId="{EF90000E-3235-4B94-B687-1DC085870FDD}" type="pres">
      <dgm:prSet presAssocID="{8F582163-F471-44D7-94EF-6597462946E6}" presName="connectorText" presStyleLbl="sibTrans1D1" presStyleIdx="4" presStyleCnt="14"/>
      <dgm:spPr/>
    </dgm:pt>
    <dgm:pt modelId="{E84C570E-CF79-415E-8989-123302F64C01}" type="pres">
      <dgm:prSet presAssocID="{1053FFD2-69A0-4C95-856C-C7DE41DAB24D}" presName="node" presStyleLbl="node1" presStyleIdx="5" presStyleCnt="15">
        <dgm:presLayoutVars>
          <dgm:bulletEnabled val="1"/>
        </dgm:presLayoutVars>
      </dgm:prSet>
      <dgm:spPr/>
    </dgm:pt>
    <dgm:pt modelId="{EA032456-ADD5-48F9-83DA-AC644EA2DCB2}" type="pres">
      <dgm:prSet presAssocID="{5DAC0518-1E58-4427-95D4-FC8DF4059E78}" presName="sibTrans" presStyleLbl="sibTrans1D1" presStyleIdx="5" presStyleCnt="14"/>
      <dgm:spPr/>
    </dgm:pt>
    <dgm:pt modelId="{FFF0BA06-4E1B-4DD4-8CBE-6E5FE16700C5}" type="pres">
      <dgm:prSet presAssocID="{5DAC0518-1E58-4427-95D4-FC8DF4059E78}" presName="connectorText" presStyleLbl="sibTrans1D1" presStyleIdx="5" presStyleCnt="14"/>
      <dgm:spPr/>
    </dgm:pt>
    <dgm:pt modelId="{05EFF195-CBD0-438D-A489-45D4872AAED4}" type="pres">
      <dgm:prSet presAssocID="{7E9869AD-D679-4D93-8C1D-40DF4CB8DA6B}" presName="node" presStyleLbl="node1" presStyleIdx="6" presStyleCnt="15">
        <dgm:presLayoutVars>
          <dgm:bulletEnabled val="1"/>
        </dgm:presLayoutVars>
      </dgm:prSet>
      <dgm:spPr/>
    </dgm:pt>
    <dgm:pt modelId="{2534342A-6C46-42F2-979B-725625DAA64D}" type="pres">
      <dgm:prSet presAssocID="{45D230AA-9FBB-43FB-81A0-E52D2C0A1AF0}" presName="sibTrans" presStyleLbl="sibTrans1D1" presStyleIdx="6" presStyleCnt="14"/>
      <dgm:spPr/>
    </dgm:pt>
    <dgm:pt modelId="{5AAA5001-FEB9-438E-9A99-841B5A19CD16}" type="pres">
      <dgm:prSet presAssocID="{45D230AA-9FBB-43FB-81A0-E52D2C0A1AF0}" presName="connectorText" presStyleLbl="sibTrans1D1" presStyleIdx="6" presStyleCnt="14"/>
      <dgm:spPr/>
    </dgm:pt>
    <dgm:pt modelId="{31B04430-2952-4161-99A9-0EC4EDAEED1E}" type="pres">
      <dgm:prSet presAssocID="{0D1AD622-4F42-43BF-8ED2-B787C5833731}" presName="node" presStyleLbl="node1" presStyleIdx="7" presStyleCnt="15">
        <dgm:presLayoutVars>
          <dgm:bulletEnabled val="1"/>
        </dgm:presLayoutVars>
      </dgm:prSet>
      <dgm:spPr/>
    </dgm:pt>
    <dgm:pt modelId="{298A2911-66F8-4023-AB9C-2DAEB61C38C9}" type="pres">
      <dgm:prSet presAssocID="{9CC38EDE-10E2-436D-8618-9AB8AA10D32E}" presName="sibTrans" presStyleLbl="sibTrans1D1" presStyleIdx="7" presStyleCnt="14"/>
      <dgm:spPr/>
    </dgm:pt>
    <dgm:pt modelId="{437C81C6-D385-4037-8B1F-9636115E4E17}" type="pres">
      <dgm:prSet presAssocID="{9CC38EDE-10E2-436D-8618-9AB8AA10D32E}" presName="connectorText" presStyleLbl="sibTrans1D1" presStyleIdx="7" presStyleCnt="14"/>
      <dgm:spPr/>
    </dgm:pt>
    <dgm:pt modelId="{96FB8CDE-4177-4374-B487-02B8BBA7C2F1}" type="pres">
      <dgm:prSet presAssocID="{CD24A0C2-9B0E-474E-847A-AED2B9AB4C0C}" presName="node" presStyleLbl="node1" presStyleIdx="8" presStyleCnt="15">
        <dgm:presLayoutVars>
          <dgm:bulletEnabled val="1"/>
        </dgm:presLayoutVars>
      </dgm:prSet>
      <dgm:spPr/>
    </dgm:pt>
    <dgm:pt modelId="{79BC9C1C-0EEF-4864-82B8-0CB4C2F3BDF7}" type="pres">
      <dgm:prSet presAssocID="{0DEA353E-5F5B-470C-9F8F-8DA68747A646}" presName="sibTrans" presStyleLbl="sibTrans1D1" presStyleIdx="8" presStyleCnt="14"/>
      <dgm:spPr/>
    </dgm:pt>
    <dgm:pt modelId="{89DCEF78-47BA-48DE-A111-F0F0080548AC}" type="pres">
      <dgm:prSet presAssocID="{0DEA353E-5F5B-470C-9F8F-8DA68747A646}" presName="connectorText" presStyleLbl="sibTrans1D1" presStyleIdx="8" presStyleCnt="14"/>
      <dgm:spPr/>
    </dgm:pt>
    <dgm:pt modelId="{1ECE4BE7-1D09-48AF-A794-FB65C5DCD83E}" type="pres">
      <dgm:prSet presAssocID="{2BB74898-F8D9-4E73-B629-FB9C2DA8E8F2}" presName="node" presStyleLbl="node1" presStyleIdx="9" presStyleCnt="15">
        <dgm:presLayoutVars>
          <dgm:bulletEnabled val="1"/>
        </dgm:presLayoutVars>
      </dgm:prSet>
      <dgm:spPr/>
    </dgm:pt>
    <dgm:pt modelId="{BD3EA47E-2258-4898-AB11-CCB5FDCB1DC9}" type="pres">
      <dgm:prSet presAssocID="{A139584F-1768-40BF-A917-DF68052E296E}" presName="sibTrans" presStyleLbl="sibTrans1D1" presStyleIdx="9" presStyleCnt="14"/>
      <dgm:spPr/>
    </dgm:pt>
    <dgm:pt modelId="{1C06E2D2-7BB4-47BE-BA76-493773C2DB31}" type="pres">
      <dgm:prSet presAssocID="{A139584F-1768-40BF-A917-DF68052E296E}" presName="connectorText" presStyleLbl="sibTrans1D1" presStyleIdx="9" presStyleCnt="14"/>
      <dgm:spPr/>
    </dgm:pt>
    <dgm:pt modelId="{D1B83D51-05BF-4FA7-9AA1-068340AD5FA5}" type="pres">
      <dgm:prSet presAssocID="{C17B64A2-2D6F-4FF6-B2BE-5E28F874F1AC}" presName="node" presStyleLbl="node1" presStyleIdx="10" presStyleCnt="15">
        <dgm:presLayoutVars>
          <dgm:bulletEnabled val="1"/>
        </dgm:presLayoutVars>
      </dgm:prSet>
      <dgm:spPr/>
    </dgm:pt>
    <dgm:pt modelId="{C4E9649E-3631-4BDE-833C-9EBE57B87FD5}" type="pres">
      <dgm:prSet presAssocID="{03723BC3-1C54-4C6E-B7EE-91E402B1991F}" presName="sibTrans" presStyleLbl="sibTrans1D1" presStyleIdx="10" presStyleCnt="14"/>
      <dgm:spPr/>
    </dgm:pt>
    <dgm:pt modelId="{3CD6C21F-6670-4AB3-84B6-97B3B27DFA7C}" type="pres">
      <dgm:prSet presAssocID="{03723BC3-1C54-4C6E-B7EE-91E402B1991F}" presName="connectorText" presStyleLbl="sibTrans1D1" presStyleIdx="10" presStyleCnt="14"/>
      <dgm:spPr/>
    </dgm:pt>
    <dgm:pt modelId="{649D5F23-C73F-4282-9FAC-95249830D417}" type="pres">
      <dgm:prSet presAssocID="{C5F60B1C-A66D-4E1E-B5B1-E8380F7F3211}" presName="node" presStyleLbl="node1" presStyleIdx="11" presStyleCnt="15">
        <dgm:presLayoutVars>
          <dgm:bulletEnabled val="1"/>
        </dgm:presLayoutVars>
      </dgm:prSet>
      <dgm:spPr/>
    </dgm:pt>
    <dgm:pt modelId="{19EF22CE-8ED7-408C-A020-28251C029DB1}" type="pres">
      <dgm:prSet presAssocID="{A7A3E665-8699-4EF7-AC2F-D7A2106CC241}" presName="sibTrans" presStyleLbl="sibTrans1D1" presStyleIdx="11" presStyleCnt="14"/>
      <dgm:spPr/>
    </dgm:pt>
    <dgm:pt modelId="{4968DB4B-1D44-4F71-8022-D9885ADFD36E}" type="pres">
      <dgm:prSet presAssocID="{A7A3E665-8699-4EF7-AC2F-D7A2106CC241}" presName="connectorText" presStyleLbl="sibTrans1D1" presStyleIdx="11" presStyleCnt="14"/>
      <dgm:spPr/>
    </dgm:pt>
    <dgm:pt modelId="{6F0F8A9D-DFDC-4CB7-99A3-3B59AEB99239}" type="pres">
      <dgm:prSet presAssocID="{1B75EC34-40F5-4B57-AAC0-E0807ED5E2DB}" presName="node" presStyleLbl="node1" presStyleIdx="12" presStyleCnt="15">
        <dgm:presLayoutVars>
          <dgm:bulletEnabled val="1"/>
        </dgm:presLayoutVars>
      </dgm:prSet>
      <dgm:spPr/>
    </dgm:pt>
    <dgm:pt modelId="{01345DBA-45A5-4A8D-A6B1-547F394EAD8E}" type="pres">
      <dgm:prSet presAssocID="{51A2ED1C-7BD5-4046-80BA-2951C04CD1C9}" presName="sibTrans" presStyleLbl="sibTrans1D1" presStyleIdx="12" presStyleCnt="14"/>
      <dgm:spPr/>
    </dgm:pt>
    <dgm:pt modelId="{F162B19C-C36C-4C0A-AE43-11F1234B1822}" type="pres">
      <dgm:prSet presAssocID="{51A2ED1C-7BD5-4046-80BA-2951C04CD1C9}" presName="connectorText" presStyleLbl="sibTrans1D1" presStyleIdx="12" presStyleCnt="14"/>
      <dgm:spPr/>
    </dgm:pt>
    <dgm:pt modelId="{2D04F2AA-4046-4F5E-BEF2-C4A301A61E69}" type="pres">
      <dgm:prSet presAssocID="{5CFAE1A0-9B8F-4D3F-A1A6-1648E0C84AA1}" presName="node" presStyleLbl="node1" presStyleIdx="13" presStyleCnt="15">
        <dgm:presLayoutVars>
          <dgm:bulletEnabled val="1"/>
        </dgm:presLayoutVars>
      </dgm:prSet>
      <dgm:spPr/>
    </dgm:pt>
    <dgm:pt modelId="{2C7E8DBF-AABF-4364-B16B-C869E0EEE168}" type="pres">
      <dgm:prSet presAssocID="{C79EAC61-D018-498E-BADF-DAF80634083B}" presName="sibTrans" presStyleLbl="sibTrans1D1" presStyleIdx="13" presStyleCnt="14"/>
      <dgm:spPr/>
    </dgm:pt>
    <dgm:pt modelId="{21ACDDB1-5C91-445F-92E0-0034F4237D68}" type="pres">
      <dgm:prSet presAssocID="{C79EAC61-D018-498E-BADF-DAF80634083B}" presName="connectorText" presStyleLbl="sibTrans1D1" presStyleIdx="13" presStyleCnt="14"/>
      <dgm:spPr/>
    </dgm:pt>
    <dgm:pt modelId="{5CB6BFC0-534E-47FE-A6A6-1A3C6B883452}" type="pres">
      <dgm:prSet presAssocID="{7B451924-8964-47F5-A1B1-C9FECDC1A89B}" presName="node" presStyleLbl="node1" presStyleIdx="14" presStyleCnt="15">
        <dgm:presLayoutVars>
          <dgm:bulletEnabled val="1"/>
        </dgm:presLayoutVars>
      </dgm:prSet>
      <dgm:spPr/>
    </dgm:pt>
  </dgm:ptLst>
  <dgm:cxnLst>
    <dgm:cxn modelId="{607D6C00-B6B9-448C-950D-7C821AD0F22B}" type="presOf" srcId="{03723BC3-1C54-4C6E-B7EE-91E402B1991F}" destId="{C4E9649E-3631-4BDE-833C-9EBE57B87FD5}" srcOrd="0" destOrd="0" presId="urn:microsoft.com/office/officeart/2016/7/layout/RepeatingBendingProcessNew"/>
    <dgm:cxn modelId="{21EC6D03-2CEE-436B-AB7B-880789F83E7B}" srcId="{D71CDE16-4643-455F-932D-1EEE501E11C1}" destId="{348C8BA7-641D-405D-9C8A-E1B0C75A5436}" srcOrd="3" destOrd="0" parTransId="{27B38CD2-28FA-424F-83EF-76A65063C492}" sibTransId="{F0C2B79B-C4DE-4EF3-B225-AFB69050D37E}"/>
    <dgm:cxn modelId="{77EB1F04-79A0-48C7-88DE-A2CD4FB89725}" srcId="{D71CDE16-4643-455F-932D-1EEE501E11C1}" destId="{F640EB41-634C-4EBB-945D-F9E9ACA99663}" srcOrd="1" destOrd="0" parTransId="{534EFEFD-6E22-403A-8436-75E43ED3FB27}" sibTransId="{4BD20AD7-4EB2-48B8-849A-6B1D91FEB59E}"/>
    <dgm:cxn modelId="{D9551505-D7C9-4C13-A363-4B3EBAE663EF}" type="presOf" srcId="{51A2ED1C-7BD5-4046-80BA-2951C04CD1C9}" destId="{01345DBA-45A5-4A8D-A6B1-547F394EAD8E}" srcOrd="0" destOrd="0" presId="urn:microsoft.com/office/officeart/2016/7/layout/RepeatingBendingProcessNew"/>
    <dgm:cxn modelId="{00C00E0A-5E58-4EF1-8EBD-CD71D71BF52E}" type="presOf" srcId="{870296B1-BCA0-4BC7-AA69-35B7E9F68B06}" destId="{8B761D0A-F94E-4FC4-8CDF-7E55B0138E67}" srcOrd="0" destOrd="0" presId="urn:microsoft.com/office/officeart/2016/7/layout/RepeatingBendingProcessNew"/>
    <dgm:cxn modelId="{007EDC0D-0ACD-44DC-8D4A-AE112D932A32}" srcId="{D71CDE16-4643-455F-932D-1EEE501E11C1}" destId="{1053FFD2-69A0-4C95-856C-C7DE41DAB24D}" srcOrd="5" destOrd="0" parTransId="{8797EB1E-315A-462B-84C4-23B0C5116E45}" sibTransId="{5DAC0518-1E58-4427-95D4-FC8DF4059E78}"/>
    <dgm:cxn modelId="{4CED790E-3A0D-4424-8704-5165C6BD9CC2}" type="presOf" srcId="{5CFAE1A0-9B8F-4D3F-A1A6-1648E0C84AA1}" destId="{2D04F2AA-4046-4F5E-BEF2-C4A301A61E69}" srcOrd="0" destOrd="0" presId="urn:microsoft.com/office/officeart/2016/7/layout/RepeatingBendingProcessNew"/>
    <dgm:cxn modelId="{33583815-9E9D-4553-B63C-31F2D234F3F2}" type="presOf" srcId="{A139584F-1768-40BF-A917-DF68052E296E}" destId="{1C06E2D2-7BB4-47BE-BA76-493773C2DB31}" srcOrd="1" destOrd="0" presId="urn:microsoft.com/office/officeart/2016/7/layout/RepeatingBendingProcessNew"/>
    <dgm:cxn modelId="{63588719-36A9-4435-B58B-530D90EA7EB3}" srcId="{D71CDE16-4643-455F-932D-1EEE501E11C1}" destId="{3EBF8505-D512-473E-AA26-D09D9E83B5F8}" srcOrd="4" destOrd="0" parTransId="{2715AFD7-F31B-497C-9298-0E065D6993CE}" sibTransId="{8F582163-F471-44D7-94EF-6597462946E6}"/>
    <dgm:cxn modelId="{27D40B1F-945B-41C3-ACB4-A346E97AD630}" type="presOf" srcId="{A139584F-1768-40BF-A917-DF68052E296E}" destId="{BD3EA47E-2258-4898-AB11-CCB5FDCB1DC9}" srcOrd="0" destOrd="0" presId="urn:microsoft.com/office/officeart/2016/7/layout/RepeatingBendingProcessNew"/>
    <dgm:cxn modelId="{A03F631F-8C9C-4B86-A782-E9A7B45F1B50}" type="presOf" srcId="{C79EAC61-D018-498E-BADF-DAF80634083B}" destId="{21ACDDB1-5C91-445F-92E0-0034F4237D68}" srcOrd="1" destOrd="0" presId="urn:microsoft.com/office/officeart/2016/7/layout/RepeatingBendingProcessNew"/>
    <dgm:cxn modelId="{3B19941F-8BBB-4AF6-A4D9-5B53068D0C61}" type="presOf" srcId="{2BB74898-F8D9-4E73-B629-FB9C2DA8E8F2}" destId="{1ECE4BE7-1D09-48AF-A794-FB65C5DCD83E}" srcOrd="0" destOrd="0" presId="urn:microsoft.com/office/officeart/2016/7/layout/RepeatingBendingProcessNew"/>
    <dgm:cxn modelId="{6ACBC923-9E9F-44D2-8677-AC316EA77CDD}" type="presOf" srcId="{5DAC0518-1E58-4427-95D4-FC8DF4059E78}" destId="{FFF0BA06-4E1B-4DD4-8CBE-6E5FE16700C5}" srcOrd="1" destOrd="0" presId="urn:microsoft.com/office/officeart/2016/7/layout/RepeatingBendingProcessNew"/>
    <dgm:cxn modelId="{E8D9A32D-2FA7-4178-888D-FF74E7488AE6}" type="presOf" srcId="{0DEA353E-5F5B-470C-9F8F-8DA68747A646}" destId="{79BC9C1C-0EEF-4864-82B8-0CB4C2F3BDF7}" srcOrd="0" destOrd="0" presId="urn:microsoft.com/office/officeart/2016/7/layout/RepeatingBendingProcessNew"/>
    <dgm:cxn modelId="{99245337-FD6B-4C61-B2FD-9938DA773CD3}" type="presOf" srcId="{F0C2B79B-C4DE-4EF3-B225-AFB69050D37E}" destId="{C1F77E87-4227-4153-A034-08E39BCFEC6C}" srcOrd="0" destOrd="0" presId="urn:microsoft.com/office/officeart/2016/7/layout/RepeatingBendingProcessNew"/>
    <dgm:cxn modelId="{AB8FA238-2103-405D-935A-61BE04B47BA8}" type="presOf" srcId="{C5F60B1C-A66D-4E1E-B5B1-E8380F7F3211}" destId="{649D5F23-C73F-4282-9FAC-95249830D417}" srcOrd="0" destOrd="0" presId="urn:microsoft.com/office/officeart/2016/7/layout/RepeatingBendingProcessNew"/>
    <dgm:cxn modelId="{16931E3B-A856-4564-ACDF-36E507D6FFA0}" type="presOf" srcId="{45D230AA-9FBB-43FB-81A0-E52D2C0A1AF0}" destId="{5AAA5001-FEB9-438E-9A99-841B5A19CD16}" srcOrd="1" destOrd="0" presId="urn:microsoft.com/office/officeart/2016/7/layout/RepeatingBendingProcessNew"/>
    <dgm:cxn modelId="{16A8CE3E-FF1A-40CA-8FF0-45A81E843010}" type="presOf" srcId="{A7A3E665-8699-4EF7-AC2F-D7A2106CC241}" destId="{4968DB4B-1D44-4F71-8022-D9885ADFD36E}" srcOrd="1" destOrd="0" presId="urn:microsoft.com/office/officeart/2016/7/layout/RepeatingBendingProcessNew"/>
    <dgm:cxn modelId="{6E53EB5C-422B-4C41-A354-A743E317D6EF}" type="presOf" srcId="{3EBF8505-D512-473E-AA26-D09D9E83B5F8}" destId="{E3FAC9BB-F9A3-46BA-A86F-076C514159EC}" srcOrd="0" destOrd="0" presId="urn:microsoft.com/office/officeart/2016/7/layout/RepeatingBendingProcessNew"/>
    <dgm:cxn modelId="{D6B12160-2C93-4CAD-91A8-F70CD0A4E880}" srcId="{D71CDE16-4643-455F-932D-1EEE501E11C1}" destId="{C5F60B1C-A66D-4E1E-B5B1-E8380F7F3211}" srcOrd="11" destOrd="0" parTransId="{A65D9A66-25C3-4AAE-B741-33EC30D984F0}" sibTransId="{A7A3E665-8699-4EF7-AC2F-D7A2106CC241}"/>
    <dgm:cxn modelId="{9DFC0361-A84E-4C09-BEFC-6CD3F3024A2D}" type="presOf" srcId="{0DEA353E-5F5B-470C-9F8F-8DA68747A646}" destId="{89DCEF78-47BA-48DE-A111-F0F0080548AC}" srcOrd="1" destOrd="0" presId="urn:microsoft.com/office/officeart/2016/7/layout/RepeatingBendingProcessNew"/>
    <dgm:cxn modelId="{7B97E261-5434-4491-A996-D4FE54D13F01}" type="presOf" srcId="{C79EAC61-D018-498E-BADF-DAF80634083B}" destId="{2C7E8DBF-AABF-4364-B16B-C869E0EEE168}" srcOrd="0" destOrd="0" presId="urn:microsoft.com/office/officeart/2016/7/layout/RepeatingBendingProcessNew"/>
    <dgm:cxn modelId="{61B27542-03A0-4539-94B2-C3027DE3F26D}" type="presOf" srcId="{870296B1-BCA0-4BC7-AA69-35B7E9F68B06}" destId="{12C9B5E4-339B-4C12-9935-2FEE5AAC9638}" srcOrd="1" destOrd="0" presId="urn:microsoft.com/office/officeart/2016/7/layout/RepeatingBendingProcessNew"/>
    <dgm:cxn modelId="{46E8954B-B8A8-4253-8000-B06CDE29CEF2}" type="presOf" srcId="{7B451924-8964-47F5-A1B1-C9FECDC1A89B}" destId="{5CB6BFC0-534E-47FE-A6A6-1A3C6B883452}" srcOrd="0" destOrd="0" presId="urn:microsoft.com/office/officeart/2016/7/layout/RepeatingBendingProcessNew"/>
    <dgm:cxn modelId="{7E87986E-E1C4-40E5-AB78-40B447DE45CC}" type="presOf" srcId="{1053FFD2-69A0-4C95-856C-C7DE41DAB24D}" destId="{E84C570E-CF79-415E-8989-123302F64C01}" srcOrd="0" destOrd="0" presId="urn:microsoft.com/office/officeart/2016/7/layout/RepeatingBendingProcessNew"/>
    <dgm:cxn modelId="{B12C6F71-99BF-4BC9-AC6F-CCBD99C4EC11}" srcId="{D71CDE16-4643-455F-932D-1EEE501E11C1}" destId="{5CFAE1A0-9B8F-4D3F-A1A6-1648E0C84AA1}" srcOrd="13" destOrd="0" parTransId="{54FA8A6B-0C7F-46F4-BECF-9EACF31957B8}" sibTransId="{C79EAC61-D018-498E-BADF-DAF80634083B}"/>
    <dgm:cxn modelId="{75F9B071-7396-4E29-A82A-8593CF8F6786}" type="presOf" srcId="{8F582163-F471-44D7-94EF-6597462946E6}" destId="{7C7F0386-FFD7-409A-BDAA-298BDDFF9391}" srcOrd="0" destOrd="0" presId="urn:microsoft.com/office/officeart/2016/7/layout/RepeatingBendingProcessNew"/>
    <dgm:cxn modelId="{E8E19F73-B43A-46F9-9528-14C81AC9325B}" srcId="{D71CDE16-4643-455F-932D-1EEE501E11C1}" destId="{0D1AD622-4F42-43BF-8ED2-B787C5833731}" srcOrd="7" destOrd="0" parTransId="{FD8F9400-C221-4448-A227-D2066747CC7C}" sibTransId="{9CC38EDE-10E2-436D-8618-9AB8AA10D32E}"/>
    <dgm:cxn modelId="{1040E159-B2D2-4533-9498-CB6892775DC9}" type="presOf" srcId="{5DAC0518-1E58-4427-95D4-FC8DF4059E78}" destId="{EA032456-ADD5-48F9-83DA-AC644EA2DCB2}" srcOrd="0" destOrd="0" presId="urn:microsoft.com/office/officeart/2016/7/layout/RepeatingBendingProcessNew"/>
    <dgm:cxn modelId="{8480865A-36D2-4D16-8E9E-F995254101E2}" type="presOf" srcId="{A7A3E665-8699-4EF7-AC2F-D7A2106CC241}" destId="{19EF22CE-8ED7-408C-A020-28251C029DB1}" srcOrd="0" destOrd="0" presId="urn:microsoft.com/office/officeart/2016/7/layout/RepeatingBendingProcessNew"/>
    <dgm:cxn modelId="{6AC17F82-47E7-42E4-B299-18FD3C2A27B6}" srcId="{D71CDE16-4643-455F-932D-1EEE501E11C1}" destId="{1B75EC34-40F5-4B57-AAC0-E0807ED5E2DB}" srcOrd="12" destOrd="0" parTransId="{7D8AB7EF-2C57-4F7F-9F9E-4E231F26DC9B}" sibTransId="{51A2ED1C-7BD5-4046-80BA-2951C04CD1C9}"/>
    <dgm:cxn modelId="{AE098C84-5ECB-4CFC-B1E7-FC58013FB653}" type="presOf" srcId="{1B75EC34-40F5-4B57-AAC0-E0807ED5E2DB}" destId="{6F0F8A9D-DFDC-4CB7-99A3-3B59AEB99239}" srcOrd="0" destOrd="0" presId="urn:microsoft.com/office/officeart/2016/7/layout/RepeatingBendingProcessNew"/>
    <dgm:cxn modelId="{71D69F84-6BBE-4894-A18A-ED9F6EF0240C}" srcId="{D71CDE16-4643-455F-932D-1EEE501E11C1}" destId="{84D765AB-2489-45BE-A43B-7E10983EF0D6}" srcOrd="0" destOrd="0" parTransId="{EC86560A-8310-4BBF-B707-68C27877BB44}" sibTransId="{870296B1-BCA0-4BC7-AA69-35B7E9F68B06}"/>
    <dgm:cxn modelId="{35D42A89-DFBC-4531-BFF7-4C4BF9F7822B}" type="presOf" srcId="{8F582163-F471-44D7-94EF-6597462946E6}" destId="{EF90000E-3235-4B94-B687-1DC085870FDD}" srcOrd="1" destOrd="0" presId="urn:microsoft.com/office/officeart/2016/7/layout/RepeatingBendingProcessNew"/>
    <dgm:cxn modelId="{006C8589-2677-4EA4-9F27-8B96E83E30F0}" type="presOf" srcId="{4BD20AD7-4EB2-48B8-849A-6B1D91FEB59E}" destId="{D7953598-1BA1-450C-81B1-BC673F933672}" srcOrd="0" destOrd="0" presId="urn:microsoft.com/office/officeart/2016/7/layout/RepeatingBendingProcessNew"/>
    <dgm:cxn modelId="{B04E568B-A5DF-4BDF-8F2D-4299A1EE8808}" type="presOf" srcId="{45D230AA-9FBB-43FB-81A0-E52D2C0A1AF0}" destId="{2534342A-6C46-42F2-979B-725625DAA64D}" srcOrd="0" destOrd="0" presId="urn:microsoft.com/office/officeart/2016/7/layout/RepeatingBendingProcessNew"/>
    <dgm:cxn modelId="{BCA9BC8B-6EAC-448E-AADC-23CDB7927D63}" type="presOf" srcId="{D71CDE16-4643-455F-932D-1EEE501E11C1}" destId="{C606EFB7-05EA-4FB8-BB72-8879EBF8CBE5}" srcOrd="0" destOrd="0" presId="urn:microsoft.com/office/officeart/2016/7/layout/RepeatingBendingProcessNew"/>
    <dgm:cxn modelId="{6170EE95-3B50-49DA-9E07-A06520C0B695}" srcId="{D71CDE16-4643-455F-932D-1EEE501E11C1}" destId="{CA3851BF-9A0B-4DB8-AE37-B2909C28663C}" srcOrd="2" destOrd="0" parTransId="{494786EC-3F17-4A5B-BD87-8B76C505DE34}" sibTransId="{7F7E3A38-CAE3-4888-A7D3-CCDC5231E0F7}"/>
    <dgm:cxn modelId="{A59F7697-69FE-4BD4-A698-90B8A16D019C}" srcId="{D71CDE16-4643-455F-932D-1EEE501E11C1}" destId="{7E9869AD-D679-4D93-8C1D-40DF4CB8DA6B}" srcOrd="6" destOrd="0" parTransId="{8FE45A22-C21B-4F7B-8272-1BD8BBF69E14}" sibTransId="{45D230AA-9FBB-43FB-81A0-E52D2C0A1AF0}"/>
    <dgm:cxn modelId="{D83A87A7-CBF0-4FBE-B504-A4098AC58F94}" type="presOf" srcId="{CA3851BF-9A0B-4DB8-AE37-B2909C28663C}" destId="{78A6E32E-7E05-45F4-B4B9-D55CD13C26D7}" srcOrd="0" destOrd="0" presId="urn:microsoft.com/office/officeart/2016/7/layout/RepeatingBendingProcessNew"/>
    <dgm:cxn modelId="{335F2EA9-F0E3-47AE-9879-5110E2D29AED}" type="presOf" srcId="{F0C2B79B-C4DE-4EF3-B225-AFB69050D37E}" destId="{FCA985B3-3CA9-4C09-81F8-8BE954F0F4E6}" srcOrd="1" destOrd="0" presId="urn:microsoft.com/office/officeart/2016/7/layout/RepeatingBendingProcessNew"/>
    <dgm:cxn modelId="{018DC0AB-AF43-4572-945C-150BBD0728C6}" type="presOf" srcId="{03723BC3-1C54-4C6E-B7EE-91E402B1991F}" destId="{3CD6C21F-6670-4AB3-84B6-97B3B27DFA7C}" srcOrd="1" destOrd="0" presId="urn:microsoft.com/office/officeart/2016/7/layout/RepeatingBendingProcessNew"/>
    <dgm:cxn modelId="{F84E7DAC-ABD5-4242-B4D7-CBD144CCF534}" srcId="{D71CDE16-4643-455F-932D-1EEE501E11C1}" destId="{CD24A0C2-9B0E-474E-847A-AED2B9AB4C0C}" srcOrd="8" destOrd="0" parTransId="{3D36B3DB-6653-4C1E-85F3-2A6500211FC2}" sibTransId="{0DEA353E-5F5B-470C-9F8F-8DA68747A646}"/>
    <dgm:cxn modelId="{170D4FAF-BF4D-4247-AEE1-5017987A60AA}" type="presOf" srcId="{348C8BA7-641D-405D-9C8A-E1B0C75A5436}" destId="{0316EBCB-DD19-4DBF-B87F-93AB964A6B27}" srcOrd="0" destOrd="0" presId="urn:microsoft.com/office/officeart/2016/7/layout/RepeatingBendingProcessNew"/>
    <dgm:cxn modelId="{728E4CC0-0F5A-4F57-B7CE-4A7FCFE8EB97}" type="presOf" srcId="{C17B64A2-2D6F-4FF6-B2BE-5E28F874F1AC}" destId="{D1B83D51-05BF-4FA7-9AA1-068340AD5FA5}" srcOrd="0" destOrd="0" presId="urn:microsoft.com/office/officeart/2016/7/layout/RepeatingBendingProcessNew"/>
    <dgm:cxn modelId="{8580A7C0-FBE3-441F-97CC-659D283A5D0D}" type="presOf" srcId="{7F7E3A38-CAE3-4888-A7D3-CCDC5231E0F7}" destId="{1A52D13F-DD35-4423-A416-2534D851EDB4}" srcOrd="1" destOrd="0" presId="urn:microsoft.com/office/officeart/2016/7/layout/RepeatingBendingProcessNew"/>
    <dgm:cxn modelId="{3F34C1C6-944B-4AAD-989B-DC0761EC9B51}" type="presOf" srcId="{CD24A0C2-9B0E-474E-847A-AED2B9AB4C0C}" destId="{96FB8CDE-4177-4374-B487-02B8BBA7C2F1}" srcOrd="0" destOrd="0" presId="urn:microsoft.com/office/officeart/2016/7/layout/RepeatingBendingProcessNew"/>
    <dgm:cxn modelId="{67C88CCD-6B3B-4D22-8F7D-03A9F2027D98}" type="presOf" srcId="{F640EB41-634C-4EBB-945D-F9E9ACA99663}" destId="{1CBF0E30-B6BA-473F-860A-D3726340B925}" srcOrd="0" destOrd="0" presId="urn:microsoft.com/office/officeart/2016/7/layout/RepeatingBendingProcessNew"/>
    <dgm:cxn modelId="{71FDD6CF-B690-4AA1-AE9B-DB27DCD8E184}" srcId="{D71CDE16-4643-455F-932D-1EEE501E11C1}" destId="{2BB74898-F8D9-4E73-B629-FB9C2DA8E8F2}" srcOrd="9" destOrd="0" parTransId="{31410ABA-5533-44BA-BAE7-5929D4E3DCD1}" sibTransId="{A139584F-1768-40BF-A917-DF68052E296E}"/>
    <dgm:cxn modelId="{955410D0-1F3E-4070-AFDE-32D3988DDA5A}" type="presOf" srcId="{7E9869AD-D679-4D93-8C1D-40DF4CB8DA6B}" destId="{05EFF195-CBD0-438D-A489-45D4872AAED4}" srcOrd="0" destOrd="0" presId="urn:microsoft.com/office/officeart/2016/7/layout/RepeatingBendingProcessNew"/>
    <dgm:cxn modelId="{E14C45D4-9B64-42AA-87AC-97A1E798727F}" srcId="{D71CDE16-4643-455F-932D-1EEE501E11C1}" destId="{7B451924-8964-47F5-A1B1-C9FECDC1A89B}" srcOrd="14" destOrd="0" parTransId="{9633A84D-9524-480A-A983-AD1B35229547}" sibTransId="{CB637D88-0A76-4535-8AB1-EEABA89A247B}"/>
    <dgm:cxn modelId="{381AF4D7-1E9F-465F-99C4-73AA191F512C}" type="presOf" srcId="{9CC38EDE-10E2-436D-8618-9AB8AA10D32E}" destId="{298A2911-66F8-4023-AB9C-2DAEB61C38C9}" srcOrd="0" destOrd="0" presId="urn:microsoft.com/office/officeart/2016/7/layout/RepeatingBendingProcessNew"/>
    <dgm:cxn modelId="{B02D14DA-6892-4404-A87C-486F77135CBD}" type="presOf" srcId="{9CC38EDE-10E2-436D-8618-9AB8AA10D32E}" destId="{437C81C6-D385-4037-8B1F-9636115E4E17}" srcOrd="1" destOrd="0" presId="urn:microsoft.com/office/officeart/2016/7/layout/RepeatingBendingProcessNew"/>
    <dgm:cxn modelId="{2212F5E0-4B95-4B7B-8750-DE26B6E8024B}" type="presOf" srcId="{4BD20AD7-4EB2-48B8-849A-6B1D91FEB59E}" destId="{9221F19B-8F52-496D-998B-515462D0F7E4}" srcOrd="1" destOrd="0" presId="urn:microsoft.com/office/officeart/2016/7/layout/RepeatingBendingProcessNew"/>
    <dgm:cxn modelId="{437739F2-B76A-42FF-9D85-891FCAF2D0F2}" type="presOf" srcId="{7F7E3A38-CAE3-4888-A7D3-CCDC5231E0F7}" destId="{913BAE7C-068A-4B04-B718-B090FCFDF519}" srcOrd="0" destOrd="0" presId="urn:microsoft.com/office/officeart/2016/7/layout/RepeatingBendingProcessNew"/>
    <dgm:cxn modelId="{CD8F4EF2-4AC8-4926-8D4E-230E3AE0575D}" type="presOf" srcId="{0D1AD622-4F42-43BF-8ED2-B787C5833731}" destId="{31B04430-2952-4161-99A9-0EC4EDAEED1E}" srcOrd="0" destOrd="0" presId="urn:microsoft.com/office/officeart/2016/7/layout/RepeatingBendingProcessNew"/>
    <dgm:cxn modelId="{ACEFECF5-86A5-47E2-A588-93964E6D895E}" srcId="{D71CDE16-4643-455F-932D-1EEE501E11C1}" destId="{C17B64A2-2D6F-4FF6-B2BE-5E28F874F1AC}" srcOrd="10" destOrd="0" parTransId="{70A73E26-D36F-4454-8220-A9B226F87F88}" sibTransId="{03723BC3-1C54-4C6E-B7EE-91E402B1991F}"/>
    <dgm:cxn modelId="{50226AFE-42BF-4768-A9DE-8136C793C060}" type="presOf" srcId="{84D765AB-2489-45BE-A43B-7E10983EF0D6}" destId="{1204117D-CB39-4AAA-A4CA-DA094043B6E5}" srcOrd="0" destOrd="0" presId="urn:microsoft.com/office/officeart/2016/7/layout/RepeatingBendingProcessNew"/>
    <dgm:cxn modelId="{4B6F4DFF-FE47-4FD7-98A9-8971777D4C3B}" type="presOf" srcId="{51A2ED1C-7BD5-4046-80BA-2951C04CD1C9}" destId="{F162B19C-C36C-4C0A-AE43-11F1234B1822}" srcOrd="1" destOrd="0" presId="urn:microsoft.com/office/officeart/2016/7/layout/RepeatingBendingProcessNew"/>
    <dgm:cxn modelId="{55E1D3AA-CC46-4A60-B3CA-85EED46A8779}" type="presParOf" srcId="{C606EFB7-05EA-4FB8-BB72-8879EBF8CBE5}" destId="{1204117D-CB39-4AAA-A4CA-DA094043B6E5}" srcOrd="0" destOrd="0" presId="urn:microsoft.com/office/officeart/2016/7/layout/RepeatingBendingProcessNew"/>
    <dgm:cxn modelId="{102CE9C6-13D5-48AF-A4DA-AF02B4C8BF31}" type="presParOf" srcId="{C606EFB7-05EA-4FB8-BB72-8879EBF8CBE5}" destId="{8B761D0A-F94E-4FC4-8CDF-7E55B0138E67}" srcOrd="1" destOrd="0" presId="urn:microsoft.com/office/officeart/2016/7/layout/RepeatingBendingProcessNew"/>
    <dgm:cxn modelId="{AD82CAAB-99B5-4262-BBB0-57F5F9A38742}" type="presParOf" srcId="{8B761D0A-F94E-4FC4-8CDF-7E55B0138E67}" destId="{12C9B5E4-339B-4C12-9935-2FEE5AAC9638}" srcOrd="0" destOrd="0" presId="urn:microsoft.com/office/officeart/2016/7/layout/RepeatingBendingProcessNew"/>
    <dgm:cxn modelId="{AFFB874F-C61A-4CE9-AE9A-9F85AB323161}" type="presParOf" srcId="{C606EFB7-05EA-4FB8-BB72-8879EBF8CBE5}" destId="{1CBF0E30-B6BA-473F-860A-D3726340B925}" srcOrd="2" destOrd="0" presId="urn:microsoft.com/office/officeart/2016/7/layout/RepeatingBendingProcessNew"/>
    <dgm:cxn modelId="{167175EC-68FA-4166-83AA-3D188401EB8D}" type="presParOf" srcId="{C606EFB7-05EA-4FB8-BB72-8879EBF8CBE5}" destId="{D7953598-1BA1-450C-81B1-BC673F933672}" srcOrd="3" destOrd="0" presId="urn:microsoft.com/office/officeart/2016/7/layout/RepeatingBendingProcessNew"/>
    <dgm:cxn modelId="{0E2280D2-5A74-49B5-834E-6292B9AAD28E}" type="presParOf" srcId="{D7953598-1BA1-450C-81B1-BC673F933672}" destId="{9221F19B-8F52-496D-998B-515462D0F7E4}" srcOrd="0" destOrd="0" presId="urn:microsoft.com/office/officeart/2016/7/layout/RepeatingBendingProcessNew"/>
    <dgm:cxn modelId="{B4B2C34F-4AAD-481A-A912-B93845724054}" type="presParOf" srcId="{C606EFB7-05EA-4FB8-BB72-8879EBF8CBE5}" destId="{78A6E32E-7E05-45F4-B4B9-D55CD13C26D7}" srcOrd="4" destOrd="0" presId="urn:microsoft.com/office/officeart/2016/7/layout/RepeatingBendingProcessNew"/>
    <dgm:cxn modelId="{C98999B9-6093-490E-901B-1658B5DC41D9}" type="presParOf" srcId="{C606EFB7-05EA-4FB8-BB72-8879EBF8CBE5}" destId="{913BAE7C-068A-4B04-B718-B090FCFDF519}" srcOrd="5" destOrd="0" presId="urn:microsoft.com/office/officeart/2016/7/layout/RepeatingBendingProcessNew"/>
    <dgm:cxn modelId="{AED51C66-D92E-49E7-B1DF-14F318977826}" type="presParOf" srcId="{913BAE7C-068A-4B04-B718-B090FCFDF519}" destId="{1A52D13F-DD35-4423-A416-2534D851EDB4}" srcOrd="0" destOrd="0" presId="urn:microsoft.com/office/officeart/2016/7/layout/RepeatingBendingProcessNew"/>
    <dgm:cxn modelId="{C3F5C77C-EA00-4B1A-B906-6FD4C3E9D41F}" type="presParOf" srcId="{C606EFB7-05EA-4FB8-BB72-8879EBF8CBE5}" destId="{0316EBCB-DD19-4DBF-B87F-93AB964A6B27}" srcOrd="6" destOrd="0" presId="urn:microsoft.com/office/officeart/2016/7/layout/RepeatingBendingProcessNew"/>
    <dgm:cxn modelId="{5D897C2A-F5CA-4A3B-850C-68A359CC6D44}" type="presParOf" srcId="{C606EFB7-05EA-4FB8-BB72-8879EBF8CBE5}" destId="{C1F77E87-4227-4153-A034-08E39BCFEC6C}" srcOrd="7" destOrd="0" presId="urn:microsoft.com/office/officeart/2016/7/layout/RepeatingBendingProcessNew"/>
    <dgm:cxn modelId="{8760FD46-6662-4A4F-AE6B-2DDAD63F6CE0}" type="presParOf" srcId="{C1F77E87-4227-4153-A034-08E39BCFEC6C}" destId="{FCA985B3-3CA9-4C09-81F8-8BE954F0F4E6}" srcOrd="0" destOrd="0" presId="urn:microsoft.com/office/officeart/2016/7/layout/RepeatingBendingProcessNew"/>
    <dgm:cxn modelId="{E52FF7B7-3C83-49D3-9D4F-B638ADD60DE3}" type="presParOf" srcId="{C606EFB7-05EA-4FB8-BB72-8879EBF8CBE5}" destId="{E3FAC9BB-F9A3-46BA-A86F-076C514159EC}" srcOrd="8" destOrd="0" presId="urn:microsoft.com/office/officeart/2016/7/layout/RepeatingBendingProcessNew"/>
    <dgm:cxn modelId="{6B292D2E-4F5C-4E4D-8948-2904316D5C13}" type="presParOf" srcId="{C606EFB7-05EA-4FB8-BB72-8879EBF8CBE5}" destId="{7C7F0386-FFD7-409A-BDAA-298BDDFF9391}" srcOrd="9" destOrd="0" presId="urn:microsoft.com/office/officeart/2016/7/layout/RepeatingBendingProcessNew"/>
    <dgm:cxn modelId="{67FF789D-9204-4F91-AEB6-580AA7886E92}" type="presParOf" srcId="{7C7F0386-FFD7-409A-BDAA-298BDDFF9391}" destId="{EF90000E-3235-4B94-B687-1DC085870FDD}" srcOrd="0" destOrd="0" presId="urn:microsoft.com/office/officeart/2016/7/layout/RepeatingBendingProcessNew"/>
    <dgm:cxn modelId="{79EC7538-988E-451B-8E0D-3FFA331D167A}" type="presParOf" srcId="{C606EFB7-05EA-4FB8-BB72-8879EBF8CBE5}" destId="{E84C570E-CF79-415E-8989-123302F64C01}" srcOrd="10" destOrd="0" presId="urn:microsoft.com/office/officeart/2016/7/layout/RepeatingBendingProcessNew"/>
    <dgm:cxn modelId="{F9BA4A58-BD1A-4EC7-8F4E-C8F475D51EEE}" type="presParOf" srcId="{C606EFB7-05EA-4FB8-BB72-8879EBF8CBE5}" destId="{EA032456-ADD5-48F9-83DA-AC644EA2DCB2}" srcOrd="11" destOrd="0" presId="urn:microsoft.com/office/officeart/2016/7/layout/RepeatingBendingProcessNew"/>
    <dgm:cxn modelId="{1D1BE933-7004-466E-AF64-B70225C66134}" type="presParOf" srcId="{EA032456-ADD5-48F9-83DA-AC644EA2DCB2}" destId="{FFF0BA06-4E1B-4DD4-8CBE-6E5FE16700C5}" srcOrd="0" destOrd="0" presId="urn:microsoft.com/office/officeart/2016/7/layout/RepeatingBendingProcessNew"/>
    <dgm:cxn modelId="{15B61F15-1C1A-42C0-9CD9-5CB0C54CF9A0}" type="presParOf" srcId="{C606EFB7-05EA-4FB8-BB72-8879EBF8CBE5}" destId="{05EFF195-CBD0-438D-A489-45D4872AAED4}" srcOrd="12" destOrd="0" presId="urn:microsoft.com/office/officeart/2016/7/layout/RepeatingBendingProcessNew"/>
    <dgm:cxn modelId="{E7EDA76C-3A26-4AB4-B704-4EBB94B3C8AA}" type="presParOf" srcId="{C606EFB7-05EA-4FB8-BB72-8879EBF8CBE5}" destId="{2534342A-6C46-42F2-979B-725625DAA64D}" srcOrd="13" destOrd="0" presId="urn:microsoft.com/office/officeart/2016/7/layout/RepeatingBendingProcessNew"/>
    <dgm:cxn modelId="{2D743839-FDA4-4757-AD14-5ABFB5A1CDD6}" type="presParOf" srcId="{2534342A-6C46-42F2-979B-725625DAA64D}" destId="{5AAA5001-FEB9-438E-9A99-841B5A19CD16}" srcOrd="0" destOrd="0" presId="urn:microsoft.com/office/officeart/2016/7/layout/RepeatingBendingProcessNew"/>
    <dgm:cxn modelId="{988BDEFB-C15B-4557-9BFD-D42619FB3749}" type="presParOf" srcId="{C606EFB7-05EA-4FB8-BB72-8879EBF8CBE5}" destId="{31B04430-2952-4161-99A9-0EC4EDAEED1E}" srcOrd="14" destOrd="0" presId="urn:microsoft.com/office/officeart/2016/7/layout/RepeatingBendingProcessNew"/>
    <dgm:cxn modelId="{F0A1F382-4906-48E0-893B-11398C9E4084}" type="presParOf" srcId="{C606EFB7-05EA-4FB8-BB72-8879EBF8CBE5}" destId="{298A2911-66F8-4023-AB9C-2DAEB61C38C9}" srcOrd="15" destOrd="0" presId="urn:microsoft.com/office/officeart/2016/7/layout/RepeatingBendingProcessNew"/>
    <dgm:cxn modelId="{1A1FF0BC-4D7A-45E8-9FEC-03631F8A9872}" type="presParOf" srcId="{298A2911-66F8-4023-AB9C-2DAEB61C38C9}" destId="{437C81C6-D385-4037-8B1F-9636115E4E17}" srcOrd="0" destOrd="0" presId="urn:microsoft.com/office/officeart/2016/7/layout/RepeatingBendingProcessNew"/>
    <dgm:cxn modelId="{96B6FD80-DC71-4749-81F3-CDD8BDF9E82F}" type="presParOf" srcId="{C606EFB7-05EA-4FB8-BB72-8879EBF8CBE5}" destId="{96FB8CDE-4177-4374-B487-02B8BBA7C2F1}" srcOrd="16" destOrd="0" presId="urn:microsoft.com/office/officeart/2016/7/layout/RepeatingBendingProcessNew"/>
    <dgm:cxn modelId="{64554B42-E070-4E06-B2E6-486738154CA7}" type="presParOf" srcId="{C606EFB7-05EA-4FB8-BB72-8879EBF8CBE5}" destId="{79BC9C1C-0EEF-4864-82B8-0CB4C2F3BDF7}" srcOrd="17" destOrd="0" presId="urn:microsoft.com/office/officeart/2016/7/layout/RepeatingBendingProcessNew"/>
    <dgm:cxn modelId="{C9728827-C994-4997-81C6-1F6261600578}" type="presParOf" srcId="{79BC9C1C-0EEF-4864-82B8-0CB4C2F3BDF7}" destId="{89DCEF78-47BA-48DE-A111-F0F0080548AC}" srcOrd="0" destOrd="0" presId="urn:microsoft.com/office/officeart/2016/7/layout/RepeatingBendingProcessNew"/>
    <dgm:cxn modelId="{6491639C-8E12-4EAD-BA63-E15B68F35F6C}" type="presParOf" srcId="{C606EFB7-05EA-4FB8-BB72-8879EBF8CBE5}" destId="{1ECE4BE7-1D09-48AF-A794-FB65C5DCD83E}" srcOrd="18" destOrd="0" presId="urn:microsoft.com/office/officeart/2016/7/layout/RepeatingBendingProcessNew"/>
    <dgm:cxn modelId="{5DF49425-B01D-4ECA-A018-3809A659F511}" type="presParOf" srcId="{C606EFB7-05EA-4FB8-BB72-8879EBF8CBE5}" destId="{BD3EA47E-2258-4898-AB11-CCB5FDCB1DC9}" srcOrd="19" destOrd="0" presId="urn:microsoft.com/office/officeart/2016/7/layout/RepeatingBendingProcessNew"/>
    <dgm:cxn modelId="{F5C97BDF-EE5B-4A6C-BF82-FB35E369A5DD}" type="presParOf" srcId="{BD3EA47E-2258-4898-AB11-CCB5FDCB1DC9}" destId="{1C06E2D2-7BB4-47BE-BA76-493773C2DB31}" srcOrd="0" destOrd="0" presId="urn:microsoft.com/office/officeart/2016/7/layout/RepeatingBendingProcessNew"/>
    <dgm:cxn modelId="{95FBDB68-5E79-4F36-AD2F-C9E32090E765}" type="presParOf" srcId="{C606EFB7-05EA-4FB8-BB72-8879EBF8CBE5}" destId="{D1B83D51-05BF-4FA7-9AA1-068340AD5FA5}" srcOrd="20" destOrd="0" presId="urn:microsoft.com/office/officeart/2016/7/layout/RepeatingBendingProcessNew"/>
    <dgm:cxn modelId="{52D4CD55-613E-4D4C-ABEA-D57DF3A68F09}" type="presParOf" srcId="{C606EFB7-05EA-4FB8-BB72-8879EBF8CBE5}" destId="{C4E9649E-3631-4BDE-833C-9EBE57B87FD5}" srcOrd="21" destOrd="0" presId="urn:microsoft.com/office/officeart/2016/7/layout/RepeatingBendingProcessNew"/>
    <dgm:cxn modelId="{673DD7DD-25C0-4AB6-A79D-D1FF2C17478B}" type="presParOf" srcId="{C4E9649E-3631-4BDE-833C-9EBE57B87FD5}" destId="{3CD6C21F-6670-4AB3-84B6-97B3B27DFA7C}" srcOrd="0" destOrd="0" presId="urn:microsoft.com/office/officeart/2016/7/layout/RepeatingBendingProcessNew"/>
    <dgm:cxn modelId="{CA29F201-5F47-4701-807D-392D3A933D18}" type="presParOf" srcId="{C606EFB7-05EA-4FB8-BB72-8879EBF8CBE5}" destId="{649D5F23-C73F-4282-9FAC-95249830D417}" srcOrd="22" destOrd="0" presId="urn:microsoft.com/office/officeart/2016/7/layout/RepeatingBendingProcessNew"/>
    <dgm:cxn modelId="{DB7597A0-1629-4CB7-9ADF-4C92F1E92879}" type="presParOf" srcId="{C606EFB7-05EA-4FB8-BB72-8879EBF8CBE5}" destId="{19EF22CE-8ED7-408C-A020-28251C029DB1}" srcOrd="23" destOrd="0" presId="urn:microsoft.com/office/officeart/2016/7/layout/RepeatingBendingProcessNew"/>
    <dgm:cxn modelId="{4C136812-8A3A-411B-9BE6-69B374040578}" type="presParOf" srcId="{19EF22CE-8ED7-408C-A020-28251C029DB1}" destId="{4968DB4B-1D44-4F71-8022-D9885ADFD36E}" srcOrd="0" destOrd="0" presId="urn:microsoft.com/office/officeart/2016/7/layout/RepeatingBendingProcessNew"/>
    <dgm:cxn modelId="{354922F3-F8F0-4F04-9ACF-0B01B95B8678}" type="presParOf" srcId="{C606EFB7-05EA-4FB8-BB72-8879EBF8CBE5}" destId="{6F0F8A9D-DFDC-4CB7-99A3-3B59AEB99239}" srcOrd="24" destOrd="0" presId="urn:microsoft.com/office/officeart/2016/7/layout/RepeatingBendingProcessNew"/>
    <dgm:cxn modelId="{68FC0B83-E14D-452C-98C5-A2E7E7880AC0}" type="presParOf" srcId="{C606EFB7-05EA-4FB8-BB72-8879EBF8CBE5}" destId="{01345DBA-45A5-4A8D-A6B1-547F394EAD8E}" srcOrd="25" destOrd="0" presId="urn:microsoft.com/office/officeart/2016/7/layout/RepeatingBendingProcessNew"/>
    <dgm:cxn modelId="{6AF34046-50C1-4B6D-B228-713B3CCD46FA}" type="presParOf" srcId="{01345DBA-45A5-4A8D-A6B1-547F394EAD8E}" destId="{F162B19C-C36C-4C0A-AE43-11F1234B1822}" srcOrd="0" destOrd="0" presId="urn:microsoft.com/office/officeart/2016/7/layout/RepeatingBendingProcessNew"/>
    <dgm:cxn modelId="{85057690-A92C-48BB-81B2-B1C8E3E4DD8F}" type="presParOf" srcId="{C606EFB7-05EA-4FB8-BB72-8879EBF8CBE5}" destId="{2D04F2AA-4046-4F5E-BEF2-C4A301A61E69}" srcOrd="26" destOrd="0" presId="urn:microsoft.com/office/officeart/2016/7/layout/RepeatingBendingProcessNew"/>
    <dgm:cxn modelId="{0FEB1559-2EE8-4FA0-AC1E-3430A82A3959}" type="presParOf" srcId="{C606EFB7-05EA-4FB8-BB72-8879EBF8CBE5}" destId="{2C7E8DBF-AABF-4364-B16B-C869E0EEE168}" srcOrd="27" destOrd="0" presId="urn:microsoft.com/office/officeart/2016/7/layout/RepeatingBendingProcessNew"/>
    <dgm:cxn modelId="{3BE3CCBD-E8F6-45EF-8A42-ED37C0C65892}" type="presParOf" srcId="{2C7E8DBF-AABF-4364-B16B-C869E0EEE168}" destId="{21ACDDB1-5C91-445F-92E0-0034F4237D68}" srcOrd="0" destOrd="0" presId="urn:microsoft.com/office/officeart/2016/7/layout/RepeatingBendingProcessNew"/>
    <dgm:cxn modelId="{BE31BE9D-0E7C-4FA2-9789-C4815AF25F43}" type="presParOf" srcId="{C606EFB7-05EA-4FB8-BB72-8879EBF8CBE5}" destId="{5CB6BFC0-534E-47FE-A6A6-1A3C6B883452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1059C6-7EA6-4A16-8565-142853D7113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69CCF7F-D34E-41F5-98E7-C4F9DB3892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Try ResNet or Vision Transformer</a:t>
          </a:r>
        </a:p>
      </dgm:t>
    </dgm:pt>
    <dgm:pt modelId="{26115E34-1185-4076-B958-CBA9CF497EA6}" type="parTrans" cxnId="{0E2F113A-FB9C-47F4-A298-AAB92BE2C9FE}">
      <dgm:prSet/>
      <dgm:spPr/>
      <dgm:t>
        <a:bodyPr/>
        <a:lstStyle/>
        <a:p>
          <a:endParaRPr lang="en-US"/>
        </a:p>
      </dgm:t>
    </dgm:pt>
    <dgm:pt modelId="{4F60DC23-49E3-47B9-8480-A08D62907582}" type="sibTrans" cxnId="{0E2F113A-FB9C-47F4-A298-AAB92BE2C9FE}">
      <dgm:prSet/>
      <dgm:spPr/>
      <dgm:t>
        <a:bodyPr/>
        <a:lstStyle/>
        <a:p>
          <a:endParaRPr lang="en-US"/>
        </a:p>
      </dgm:t>
    </dgm:pt>
    <dgm:pt modelId="{4867A489-D0C3-4C74-9927-89FFD155F1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Add Dropout for regularization</a:t>
          </a:r>
        </a:p>
      </dgm:t>
    </dgm:pt>
    <dgm:pt modelId="{022463CD-D29B-4B16-9DEB-16DD7BBE6039}" type="parTrans" cxnId="{27FBB9CA-A627-4753-8C3A-F8E380A31A78}">
      <dgm:prSet/>
      <dgm:spPr/>
      <dgm:t>
        <a:bodyPr/>
        <a:lstStyle/>
        <a:p>
          <a:endParaRPr lang="en-US"/>
        </a:p>
      </dgm:t>
    </dgm:pt>
    <dgm:pt modelId="{DE77217D-22B5-476A-8380-E4E139F6EF50}" type="sibTrans" cxnId="{27FBB9CA-A627-4753-8C3A-F8E380A31A78}">
      <dgm:prSet/>
      <dgm:spPr/>
      <dgm:t>
        <a:bodyPr/>
        <a:lstStyle/>
        <a:p>
          <a:endParaRPr lang="en-US"/>
        </a:p>
      </dgm:t>
    </dgm:pt>
    <dgm:pt modelId="{6107D603-03F7-4342-8CCE-7EC34C0378D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Implement batch normalization</a:t>
          </a:r>
        </a:p>
      </dgm:t>
    </dgm:pt>
    <dgm:pt modelId="{E8328CBC-F9B7-4372-8BBE-DCA05615D071}" type="parTrans" cxnId="{E03D17D9-25FD-44D3-907F-C13AAEDDD0F6}">
      <dgm:prSet/>
      <dgm:spPr/>
      <dgm:t>
        <a:bodyPr/>
        <a:lstStyle/>
        <a:p>
          <a:endParaRPr lang="en-US"/>
        </a:p>
      </dgm:t>
    </dgm:pt>
    <dgm:pt modelId="{406C4340-4B07-4A9A-B2C0-7541C276320B}" type="sibTrans" cxnId="{E03D17D9-25FD-44D3-907F-C13AAEDDD0F6}">
      <dgm:prSet/>
      <dgm:spPr/>
      <dgm:t>
        <a:bodyPr/>
        <a:lstStyle/>
        <a:p>
          <a:endParaRPr lang="en-US"/>
        </a:p>
      </dgm:t>
    </dgm:pt>
    <dgm:pt modelId="{5F5AB826-74E3-434C-A320-D3C78510DFF4}" type="pres">
      <dgm:prSet presAssocID="{131059C6-7EA6-4A16-8565-142853D7113B}" presName="root" presStyleCnt="0">
        <dgm:presLayoutVars>
          <dgm:dir/>
          <dgm:resizeHandles val="exact"/>
        </dgm:presLayoutVars>
      </dgm:prSet>
      <dgm:spPr/>
    </dgm:pt>
    <dgm:pt modelId="{B187DE70-C533-4FF9-A6C1-64D8B710092B}" type="pres">
      <dgm:prSet presAssocID="{169CCF7F-D34E-41F5-98E7-C4F9DB389290}" presName="compNode" presStyleCnt="0"/>
      <dgm:spPr/>
    </dgm:pt>
    <dgm:pt modelId="{788A6AB4-2F59-429C-BF71-1E67E483C78B}" type="pres">
      <dgm:prSet presAssocID="{169CCF7F-D34E-41F5-98E7-C4F9DB389290}" presName="iconBgRect" presStyleLbl="bgShp" presStyleIdx="0" presStyleCnt="3"/>
      <dgm:spPr/>
    </dgm:pt>
    <dgm:pt modelId="{B49DD72B-1768-4784-BAA8-D8EE6A008E7A}" type="pres">
      <dgm:prSet presAssocID="{169CCF7F-D34E-41F5-98E7-C4F9DB38929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499B4137-3868-4B7D-BD7A-90FE68DCC193}" type="pres">
      <dgm:prSet presAssocID="{169CCF7F-D34E-41F5-98E7-C4F9DB389290}" presName="spaceRect" presStyleCnt="0"/>
      <dgm:spPr/>
    </dgm:pt>
    <dgm:pt modelId="{D3F4E924-5F28-4D5C-92DD-3C0B2BCEA131}" type="pres">
      <dgm:prSet presAssocID="{169CCF7F-D34E-41F5-98E7-C4F9DB389290}" presName="textRect" presStyleLbl="revTx" presStyleIdx="0" presStyleCnt="3">
        <dgm:presLayoutVars>
          <dgm:chMax val="1"/>
          <dgm:chPref val="1"/>
        </dgm:presLayoutVars>
      </dgm:prSet>
      <dgm:spPr/>
    </dgm:pt>
    <dgm:pt modelId="{BD0BB1FA-B7FD-4DF1-B375-F712FEFC6EF3}" type="pres">
      <dgm:prSet presAssocID="{4F60DC23-49E3-47B9-8480-A08D62907582}" presName="sibTrans" presStyleCnt="0"/>
      <dgm:spPr/>
    </dgm:pt>
    <dgm:pt modelId="{EDE1E78E-B9B8-40B6-82B6-A69FD1428FF0}" type="pres">
      <dgm:prSet presAssocID="{4867A489-D0C3-4C74-9927-89FFD155F10A}" presName="compNode" presStyleCnt="0"/>
      <dgm:spPr/>
    </dgm:pt>
    <dgm:pt modelId="{0B3C5E33-14EA-4B88-B531-EB7D254545BD}" type="pres">
      <dgm:prSet presAssocID="{4867A489-D0C3-4C74-9927-89FFD155F10A}" presName="iconBgRect" presStyleLbl="bgShp" presStyleIdx="1" presStyleCnt="3"/>
      <dgm:spPr/>
    </dgm:pt>
    <dgm:pt modelId="{6ADE91A8-A53D-458A-B586-6CAB0322D88E}" type="pres">
      <dgm:prSet presAssocID="{4867A489-D0C3-4C74-9927-89FFD155F10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7218A0A-EFDE-4DBC-8858-BD926A459AC2}" type="pres">
      <dgm:prSet presAssocID="{4867A489-D0C3-4C74-9927-89FFD155F10A}" presName="spaceRect" presStyleCnt="0"/>
      <dgm:spPr/>
    </dgm:pt>
    <dgm:pt modelId="{49122ADA-53F9-45E9-91DF-28E5E47BE0AD}" type="pres">
      <dgm:prSet presAssocID="{4867A489-D0C3-4C74-9927-89FFD155F10A}" presName="textRect" presStyleLbl="revTx" presStyleIdx="1" presStyleCnt="3">
        <dgm:presLayoutVars>
          <dgm:chMax val="1"/>
          <dgm:chPref val="1"/>
        </dgm:presLayoutVars>
      </dgm:prSet>
      <dgm:spPr/>
    </dgm:pt>
    <dgm:pt modelId="{5DD574F5-A4EA-4F17-B2B0-000E7C570102}" type="pres">
      <dgm:prSet presAssocID="{DE77217D-22B5-476A-8380-E4E139F6EF50}" presName="sibTrans" presStyleCnt="0"/>
      <dgm:spPr/>
    </dgm:pt>
    <dgm:pt modelId="{81248BB1-501B-46E9-862C-B38C8A2298B3}" type="pres">
      <dgm:prSet presAssocID="{6107D603-03F7-4342-8CCE-7EC34C0378D3}" presName="compNode" presStyleCnt="0"/>
      <dgm:spPr/>
    </dgm:pt>
    <dgm:pt modelId="{4828EA87-DE2B-41C6-894B-F1C71BC9C812}" type="pres">
      <dgm:prSet presAssocID="{6107D603-03F7-4342-8CCE-7EC34C0378D3}" presName="iconBgRect" presStyleLbl="bgShp" presStyleIdx="2" presStyleCnt="3"/>
      <dgm:spPr/>
    </dgm:pt>
    <dgm:pt modelId="{73E338B3-466C-4C29-8633-09C4F336462E}" type="pres">
      <dgm:prSet presAssocID="{6107D603-03F7-4342-8CCE-7EC34C0378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F315D4-93A8-417A-A9A7-2591985CB78E}" type="pres">
      <dgm:prSet presAssocID="{6107D603-03F7-4342-8CCE-7EC34C0378D3}" presName="spaceRect" presStyleCnt="0"/>
      <dgm:spPr/>
    </dgm:pt>
    <dgm:pt modelId="{D4A64479-39A6-46AD-809C-4F12C2955A33}" type="pres">
      <dgm:prSet presAssocID="{6107D603-03F7-4342-8CCE-7EC34C0378D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E2F113A-FB9C-47F4-A298-AAB92BE2C9FE}" srcId="{131059C6-7EA6-4A16-8565-142853D7113B}" destId="{169CCF7F-D34E-41F5-98E7-C4F9DB389290}" srcOrd="0" destOrd="0" parTransId="{26115E34-1185-4076-B958-CBA9CF497EA6}" sibTransId="{4F60DC23-49E3-47B9-8480-A08D62907582}"/>
    <dgm:cxn modelId="{98672B3D-A0B3-4295-AE0D-9E46D6A3784A}" type="presOf" srcId="{131059C6-7EA6-4A16-8565-142853D7113B}" destId="{5F5AB826-74E3-434C-A320-D3C78510DFF4}" srcOrd="0" destOrd="0" presId="urn:microsoft.com/office/officeart/2018/5/layout/IconCircleLabelList"/>
    <dgm:cxn modelId="{092DEA3D-B802-4FAA-B2BB-EDFD250FDE33}" type="presOf" srcId="{6107D603-03F7-4342-8CCE-7EC34C0378D3}" destId="{D4A64479-39A6-46AD-809C-4F12C2955A33}" srcOrd="0" destOrd="0" presId="urn:microsoft.com/office/officeart/2018/5/layout/IconCircleLabelList"/>
    <dgm:cxn modelId="{FE258E8C-695B-4EE5-B52E-576A27E0EBA7}" type="presOf" srcId="{169CCF7F-D34E-41F5-98E7-C4F9DB389290}" destId="{D3F4E924-5F28-4D5C-92DD-3C0B2BCEA131}" srcOrd="0" destOrd="0" presId="urn:microsoft.com/office/officeart/2018/5/layout/IconCircleLabelList"/>
    <dgm:cxn modelId="{3A5BEFBC-EECC-47CB-8682-5C25AE10804C}" type="presOf" srcId="{4867A489-D0C3-4C74-9927-89FFD155F10A}" destId="{49122ADA-53F9-45E9-91DF-28E5E47BE0AD}" srcOrd="0" destOrd="0" presId="urn:microsoft.com/office/officeart/2018/5/layout/IconCircleLabelList"/>
    <dgm:cxn modelId="{27FBB9CA-A627-4753-8C3A-F8E380A31A78}" srcId="{131059C6-7EA6-4A16-8565-142853D7113B}" destId="{4867A489-D0C3-4C74-9927-89FFD155F10A}" srcOrd="1" destOrd="0" parTransId="{022463CD-D29B-4B16-9DEB-16DD7BBE6039}" sibTransId="{DE77217D-22B5-476A-8380-E4E139F6EF50}"/>
    <dgm:cxn modelId="{E03D17D9-25FD-44D3-907F-C13AAEDDD0F6}" srcId="{131059C6-7EA6-4A16-8565-142853D7113B}" destId="{6107D603-03F7-4342-8CCE-7EC34C0378D3}" srcOrd="2" destOrd="0" parTransId="{E8328CBC-F9B7-4372-8BBE-DCA05615D071}" sibTransId="{406C4340-4B07-4A9A-B2C0-7541C276320B}"/>
    <dgm:cxn modelId="{A476D805-4448-4152-B9A5-B45B142ED093}" type="presParOf" srcId="{5F5AB826-74E3-434C-A320-D3C78510DFF4}" destId="{B187DE70-C533-4FF9-A6C1-64D8B710092B}" srcOrd="0" destOrd="0" presId="urn:microsoft.com/office/officeart/2018/5/layout/IconCircleLabelList"/>
    <dgm:cxn modelId="{1A55F333-6B31-4B11-B223-5DD346A9CF91}" type="presParOf" srcId="{B187DE70-C533-4FF9-A6C1-64D8B710092B}" destId="{788A6AB4-2F59-429C-BF71-1E67E483C78B}" srcOrd="0" destOrd="0" presId="urn:microsoft.com/office/officeart/2018/5/layout/IconCircleLabelList"/>
    <dgm:cxn modelId="{C0DA91F3-66E5-494C-9A6F-CF6091A2CBD6}" type="presParOf" srcId="{B187DE70-C533-4FF9-A6C1-64D8B710092B}" destId="{B49DD72B-1768-4784-BAA8-D8EE6A008E7A}" srcOrd="1" destOrd="0" presId="urn:microsoft.com/office/officeart/2018/5/layout/IconCircleLabelList"/>
    <dgm:cxn modelId="{D8483B45-921E-4AB6-980E-A3DA034F4009}" type="presParOf" srcId="{B187DE70-C533-4FF9-A6C1-64D8B710092B}" destId="{499B4137-3868-4B7D-BD7A-90FE68DCC193}" srcOrd="2" destOrd="0" presId="urn:microsoft.com/office/officeart/2018/5/layout/IconCircleLabelList"/>
    <dgm:cxn modelId="{5C859C71-C531-43E7-816A-8429452E8493}" type="presParOf" srcId="{B187DE70-C533-4FF9-A6C1-64D8B710092B}" destId="{D3F4E924-5F28-4D5C-92DD-3C0B2BCEA131}" srcOrd="3" destOrd="0" presId="urn:microsoft.com/office/officeart/2018/5/layout/IconCircleLabelList"/>
    <dgm:cxn modelId="{1CE1A296-7791-4E78-B911-567A123BB905}" type="presParOf" srcId="{5F5AB826-74E3-434C-A320-D3C78510DFF4}" destId="{BD0BB1FA-B7FD-4DF1-B375-F712FEFC6EF3}" srcOrd="1" destOrd="0" presId="urn:microsoft.com/office/officeart/2018/5/layout/IconCircleLabelList"/>
    <dgm:cxn modelId="{F5B59A79-A643-4170-BFDE-19659D765877}" type="presParOf" srcId="{5F5AB826-74E3-434C-A320-D3C78510DFF4}" destId="{EDE1E78E-B9B8-40B6-82B6-A69FD1428FF0}" srcOrd="2" destOrd="0" presId="urn:microsoft.com/office/officeart/2018/5/layout/IconCircleLabelList"/>
    <dgm:cxn modelId="{DBD3CBCB-C011-42D3-8068-D4E76DAA8830}" type="presParOf" srcId="{EDE1E78E-B9B8-40B6-82B6-A69FD1428FF0}" destId="{0B3C5E33-14EA-4B88-B531-EB7D254545BD}" srcOrd="0" destOrd="0" presId="urn:microsoft.com/office/officeart/2018/5/layout/IconCircleLabelList"/>
    <dgm:cxn modelId="{3D2CDCDA-AEBD-45AB-93CC-79BC4C875723}" type="presParOf" srcId="{EDE1E78E-B9B8-40B6-82B6-A69FD1428FF0}" destId="{6ADE91A8-A53D-458A-B586-6CAB0322D88E}" srcOrd="1" destOrd="0" presId="urn:microsoft.com/office/officeart/2018/5/layout/IconCircleLabelList"/>
    <dgm:cxn modelId="{7389411A-A039-4B93-8942-14B69FFEE981}" type="presParOf" srcId="{EDE1E78E-B9B8-40B6-82B6-A69FD1428FF0}" destId="{47218A0A-EFDE-4DBC-8858-BD926A459AC2}" srcOrd="2" destOrd="0" presId="urn:microsoft.com/office/officeart/2018/5/layout/IconCircleLabelList"/>
    <dgm:cxn modelId="{4EE50091-01FD-4B87-84B8-18C113AAD5B7}" type="presParOf" srcId="{EDE1E78E-B9B8-40B6-82B6-A69FD1428FF0}" destId="{49122ADA-53F9-45E9-91DF-28E5E47BE0AD}" srcOrd="3" destOrd="0" presId="urn:microsoft.com/office/officeart/2018/5/layout/IconCircleLabelList"/>
    <dgm:cxn modelId="{E26E89D1-7EA3-4D3A-B96B-460C2010288A}" type="presParOf" srcId="{5F5AB826-74E3-434C-A320-D3C78510DFF4}" destId="{5DD574F5-A4EA-4F17-B2B0-000E7C570102}" srcOrd="3" destOrd="0" presId="urn:microsoft.com/office/officeart/2018/5/layout/IconCircleLabelList"/>
    <dgm:cxn modelId="{AEB8F539-B798-4FC6-B5D5-125123DE7846}" type="presParOf" srcId="{5F5AB826-74E3-434C-A320-D3C78510DFF4}" destId="{81248BB1-501B-46E9-862C-B38C8A2298B3}" srcOrd="4" destOrd="0" presId="urn:microsoft.com/office/officeart/2018/5/layout/IconCircleLabelList"/>
    <dgm:cxn modelId="{07CFDA52-010A-4697-BA6E-D9647BA30BEA}" type="presParOf" srcId="{81248BB1-501B-46E9-862C-B38C8A2298B3}" destId="{4828EA87-DE2B-41C6-894B-F1C71BC9C812}" srcOrd="0" destOrd="0" presId="urn:microsoft.com/office/officeart/2018/5/layout/IconCircleLabelList"/>
    <dgm:cxn modelId="{E81F8580-DFA2-46F6-9E18-0DF9139169BC}" type="presParOf" srcId="{81248BB1-501B-46E9-862C-B38C8A2298B3}" destId="{73E338B3-466C-4C29-8633-09C4F336462E}" srcOrd="1" destOrd="0" presId="urn:microsoft.com/office/officeart/2018/5/layout/IconCircleLabelList"/>
    <dgm:cxn modelId="{4618D680-87A0-48CE-A012-688235B9A3E6}" type="presParOf" srcId="{81248BB1-501B-46E9-862C-B38C8A2298B3}" destId="{64F315D4-93A8-417A-A9A7-2591985CB78E}" srcOrd="2" destOrd="0" presId="urn:microsoft.com/office/officeart/2018/5/layout/IconCircleLabelList"/>
    <dgm:cxn modelId="{767EC10D-D48E-4884-8F00-352B6B4F663E}" type="presParOf" srcId="{81248BB1-501B-46E9-862C-B38C8A2298B3}" destId="{D4A64479-39A6-46AD-809C-4F12C2955A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5F998-004E-4DBA-96EB-C384666AE099}">
      <dsp:nvSpPr>
        <dsp:cNvPr id="0" name=""/>
        <dsp:cNvSpPr/>
      </dsp:nvSpPr>
      <dsp:spPr>
        <a:xfrm>
          <a:off x="0" y="100099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Dataset: 12 Celestial Classes</a:t>
          </a:r>
        </a:p>
      </dsp:txBody>
      <dsp:txXfrm>
        <a:off x="42663" y="142762"/>
        <a:ext cx="7595634" cy="788627"/>
      </dsp:txXfrm>
    </dsp:sp>
    <dsp:sp modelId="{0BB19581-4B37-4394-8107-6B6CDA03FBF1}">
      <dsp:nvSpPr>
        <dsp:cNvPr id="0" name=""/>
        <dsp:cNvSpPr/>
      </dsp:nvSpPr>
      <dsp:spPr>
        <a:xfrm>
          <a:off x="0" y="1037413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Asteroid, Black Hole, Earth, Galaxy, Jupiter, Mars, Mercury,</a:t>
          </a:r>
        </a:p>
      </dsp:txBody>
      <dsp:txXfrm>
        <a:off x="42663" y="1080076"/>
        <a:ext cx="7595634" cy="788627"/>
      </dsp:txXfrm>
    </dsp:sp>
    <dsp:sp modelId="{E22C29FF-8366-4FE8-A7F4-DD84B165644E}">
      <dsp:nvSpPr>
        <dsp:cNvPr id="0" name=""/>
        <dsp:cNvSpPr/>
      </dsp:nvSpPr>
      <dsp:spPr>
        <a:xfrm>
          <a:off x="0" y="1974726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Neptune, Pluto, Saturn, Uranus, Venus</a:t>
          </a:r>
        </a:p>
      </dsp:txBody>
      <dsp:txXfrm>
        <a:off x="42663" y="2017389"/>
        <a:ext cx="7595634" cy="788627"/>
      </dsp:txXfrm>
    </dsp:sp>
    <dsp:sp modelId="{7A23D590-9724-4167-ABCF-DEECB831D819}">
      <dsp:nvSpPr>
        <dsp:cNvPr id="0" name=""/>
        <dsp:cNvSpPr/>
      </dsp:nvSpPr>
      <dsp:spPr>
        <a:xfrm>
          <a:off x="0" y="2912040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Objective: Classify astronomical images using CNN</a:t>
          </a:r>
        </a:p>
      </dsp:txBody>
      <dsp:txXfrm>
        <a:off x="42663" y="2954703"/>
        <a:ext cx="7595634" cy="788627"/>
      </dsp:txXfrm>
    </dsp:sp>
    <dsp:sp modelId="{EE9B853D-D82D-4274-8186-CB86F4DF28A5}">
      <dsp:nvSpPr>
        <dsp:cNvPr id="0" name=""/>
        <dsp:cNvSpPr/>
      </dsp:nvSpPr>
      <dsp:spPr>
        <a:xfrm>
          <a:off x="0" y="3849353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Approach: AlexNet + Data Augmentation + Optuna Optimization</a:t>
          </a:r>
        </a:p>
      </dsp:txBody>
      <dsp:txXfrm>
        <a:off x="42663" y="3892016"/>
        <a:ext cx="7595634" cy="788627"/>
      </dsp:txXfrm>
    </dsp:sp>
    <dsp:sp modelId="{46C74DFC-4657-4715-9462-E31713220CF0}">
      <dsp:nvSpPr>
        <dsp:cNvPr id="0" name=""/>
        <dsp:cNvSpPr/>
      </dsp:nvSpPr>
      <dsp:spPr>
        <a:xfrm>
          <a:off x="0" y="4786666"/>
          <a:ext cx="768096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Result: High accuracy classification with optimized hyperparameters</a:t>
          </a:r>
        </a:p>
      </dsp:txBody>
      <dsp:txXfrm>
        <a:off x="42663" y="4829329"/>
        <a:ext cx="7595634" cy="788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6A77-D871-4F0D-A5B9-5C16E646D23E}">
      <dsp:nvSpPr>
        <dsp:cNvPr id="0" name=""/>
        <dsp:cNvSpPr/>
      </dsp:nvSpPr>
      <dsp:spPr>
        <a:xfrm>
          <a:off x="0" y="477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421CD-42C7-4F12-9B68-A8C554F6943A}">
      <dsp:nvSpPr>
        <dsp:cNvPr id="0" name=""/>
        <dsp:cNvSpPr/>
      </dsp:nvSpPr>
      <dsp:spPr>
        <a:xfrm>
          <a:off x="198881" y="148405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969BE-1377-40AE-834C-136863F2C3E0}">
      <dsp:nvSpPr>
        <dsp:cNvPr id="0" name=""/>
        <dsp:cNvSpPr/>
      </dsp:nvSpPr>
      <dsp:spPr>
        <a:xfrm>
          <a:off x="759363" y="477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Total Images: 360+ images distributed across 3 sets</a:t>
          </a:r>
        </a:p>
      </dsp:txBody>
      <dsp:txXfrm>
        <a:off x="759363" y="477"/>
        <a:ext cx="3924585" cy="657457"/>
      </dsp:txXfrm>
    </dsp:sp>
    <dsp:sp modelId="{9781998F-C090-47DA-9D10-EC9AA2667D4C}">
      <dsp:nvSpPr>
        <dsp:cNvPr id="0" name=""/>
        <dsp:cNvSpPr/>
      </dsp:nvSpPr>
      <dsp:spPr>
        <a:xfrm>
          <a:off x="0" y="82229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AD454-2C1F-4F64-8D90-C82EDFD9E78C}">
      <dsp:nvSpPr>
        <dsp:cNvPr id="0" name=""/>
        <dsp:cNvSpPr/>
      </dsp:nvSpPr>
      <dsp:spPr>
        <a:xfrm>
          <a:off x="198881" y="970227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E71E6-906A-411A-B63D-7EAE6C9CFD8D}">
      <dsp:nvSpPr>
        <dsp:cNvPr id="0" name=""/>
        <dsp:cNvSpPr/>
      </dsp:nvSpPr>
      <dsp:spPr>
        <a:xfrm>
          <a:off x="759363" y="82229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Distribution:</a:t>
          </a:r>
        </a:p>
      </dsp:txBody>
      <dsp:txXfrm>
        <a:off x="759363" y="822299"/>
        <a:ext cx="3924585" cy="657457"/>
      </dsp:txXfrm>
    </dsp:sp>
    <dsp:sp modelId="{0B4DC3D0-95D3-402C-95A0-C603AF489CF4}">
      <dsp:nvSpPr>
        <dsp:cNvPr id="0" name=""/>
        <dsp:cNvSpPr/>
      </dsp:nvSpPr>
      <dsp:spPr>
        <a:xfrm>
          <a:off x="0" y="1644122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2E544-51BF-4EC6-94E3-0477FE461B29}">
      <dsp:nvSpPr>
        <dsp:cNvPr id="0" name=""/>
        <dsp:cNvSpPr/>
      </dsp:nvSpPr>
      <dsp:spPr>
        <a:xfrm>
          <a:off x="198881" y="1792050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975FA-3623-4280-8597-886C7C835F98}">
      <dsp:nvSpPr>
        <dsp:cNvPr id="0" name=""/>
        <dsp:cNvSpPr/>
      </dsp:nvSpPr>
      <dsp:spPr>
        <a:xfrm>
          <a:off x="759363" y="1644122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Training Set: ~200 images (used for model training)</a:t>
          </a:r>
        </a:p>
      </dsp:txBody>
      <dsp:txXfrm>
        <a:off x="759363" y="1644122"/>
        <a:ext cx="3924585" cy="657457"/>
      </dsp:txXfrm>
    </dsp:sp>
    <dsp:sp modelId="{15FF6995-4E34-4CA3-B62A-1EC14754B522}">
      <dsp:nvSpPr>
        <dsp:cNvPr id="0" name=""/>
        <dsp:cNvSpPr/>
      </dsp:nvSpPr>
      <dsp:spPr>
        <a:xfrm>
          <a:off x="0" y="2465944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E9377-F64C-4A4E-B416-5E7FF8548308}">
      <dsp:nvSpPr>
        <dsp:cNvPr id="0" name=""/>
        <dsp:cNvSpPr/>
      </dsp:nvSpPr>
      <dsp:spPr>
        <a:xfrm>
          <a:off x="198881" y="2613872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668B8-EAE9-43DD-A615-326B72368653}">
      <dsp:nvSpPr>
        <dsp:cNvPr id="0" name=""/>
        <dsp:cNvSpPr/>
      </dsp:nvSpPr>
      <dsp:spPr>
        <a:xfrm>
          <a:off x="759363" y="2465944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Validation Set: ~80 images (used for hyperparameter tuning)</a:t>
          </a:r>
        </a:p>
      </dsp:txBody>
      <dsp:txXfrm>
        <a:off x="759363" y="2465944"/>
        <a:ext cx="3924585" cy="657457"/>
      </dsp:txXfrm>
    </dsp:sp>
    <dsp:sp modelId="{7D632D9C-8CF5-4862-8B0E-2FF9A0D2A46C}">
      <dsp:nvSpPr>
        <dsp:cNvPr id="0" name=""/>
        <dsp:cNvSpPr/>
      </dsp:nvSpPr>
      <dsp:spPr>
        <a:xfrm>
          <a:off x="0" y="3287766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7781F-9CC0-4757-ACC9-62E77A6C4001}">
      <dsp:nvSpPr>
        <dsp:cNvPr id="0" name=""/>
        <dsp:cNvSpPr/>
      </dsp:nvSpPr>
      <dsp:spPr>
        <a:xfrm>
          <a:off x="198881" y="3435694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09A55-EDD8-476B-89AF-B63FC09ACAE5}">
      <dsp:nvSpPr>
        <dsp:cNvPr id="0" name=""/>
        <dsp:cNvSpPr/>
      </dsp:nvSpPr>
      <dsp:spPr>
        <a:xfrm>
          <a:off x="759363" y="3287766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Test Set: ~80 images (used for final evaluation)</a:t>
          </a:r>
        </a:p>
      </dsp:txBody>
      <dsp:txXfrm>
        <a:off x="759363" y="3287766"/>
        <a:ext cx="3924585" cy="657457"/>
      </dsp:txXfrm>
    </dsp:sp>
    <dsp:sp modelId="{DF40B8A3-492E-42F6-901B-AB42C046285A}">
      <dsp:nvSpPr>
        <dsp:cNvPr id="0" name=""/>
        <dsp:cNvSpPr/>
      </dsp:nvSpPr>
      <dsp:spPr>
        <a:xfrm>
          <a:off x="0" y="410958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F49075-CFB3-471C-A801-731965A941B9}">
      <dsp:nvSpPr>
        <dsp:cNvPr id="0" name=""/>
        <dsp:cNvSpPr/>
      </dsp:nvSpPr>
      <dsp:spPr>
        <a:xfrm>
          <a:off x="198881" y="4257517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34812-2CE9-473B-9115-F865C2BDBF5D}">
      <dsp:nvSpPr>
        <dsp:cNvPr id="0" name=""/>
        <dsp:cNvSpPr/>
      </dsp:nvSpPr>
      <dsp:spPr>
        <a:xfrm>
          <a:off x="759363" y="410958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Image Format: PNG images with various sizes</a:t>
          </a:r>
        </a:p>
      </dsp:txBody>
      <dsp:txXfrm>
        <a:off x="759363" y="4109589"/>
        <a:ext cx="3924585" cy="657457"/>
      </dsp:txXfrm>
    </dsp:sp>
    <dsp:sp modelId="{A7407393-EF10-4121-AFFB-EC07F944783C}">
      <dsp:nvSpPr>
        <dsp:cNvPr id="0" name=""/>
        <dsp:cNvSpPr/>
      </dsp:nvSpPr>
      <dsp:spPr>
        <a:xfrm>
          <a:off x="0" y="4931411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6B4FE-A9C4-4FFF-B3F5-DAFCE5E9CD2D}">
      <dsp:nvSpPr>
        <dsp:cNvPr id="0" name=""/>
        <dsp:cNvSpPr/>
      </dsp:nvSpPr>
      <dsp:spPr>
        <a:xfrm>
          <a:off x="198881" y="5079339"/>
          <a:ext cx="361601" cy="361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72A8B-4308-4EE5-8E76-E3BABADB1206}">
      <dsp:nvSpPr>
        <dsp:cNvPr id="0" name=""/>
        <dsp:cNvSpPr/>
      </dsp:nvSpPr>
      <dsp:spPr>
        <a:xfrm>
          <a:off x="759363" y="4931411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Classes: 12 celestial objects (balanced distribution)</a:t>
          </a:r>
        </a:p>
      </dsp:txBody>
      <dsp:txXfrm>
        <a:off x="759363" y="4931411"/>
        <a:ext cx="3924585" cy="6574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79F7A-CF0D-467E-9225-49A860FCCACE}">
      <dsp:nvSpPr>
        <dsp:cNvPr id="0" name=""/>
        <dsp:cNvSpPr/>
      </dsp:nvSpPr>
      <dsp:spPr>
        <a:xfrm>
          <a:off x="1680699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778564"/>
        <a:ext cx="19330" cy="3866"/>
      </dsp:txXfrm>
    </dsp:sp>
    <dsp:sp modelId="{A8CA9E6B-2A62-4694-BC71-DA36F98928EC}">
      <dsp:nvSpPr>
        <dsp:cNvPr id="0" name=""/>
        <dsp:cNvSpPr/>
      </dsp:nvSpPr>
      <dsp:spPr>
        <a:xfrm>
          <a:off x="1569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1: Data Loading</a:t>
          </a:r>
        </a:p>
      </dsp:txBody>
      <dsp:txXfrm>
        <a:off x="1569" y="276218"/>
        <a:ext cx="1680929" cy="1008557"/>
      </dsp:txXfrm>
    </dsp:sp>
    <dsp:sp modelId="{DC659399-280E-402A-80B3-DD30C81C743C}">
      <dsp:nvSpPr>
        <dsp:cNvPr id="0" name=""/>
        <dsp:cNvSpPr/>
      </dsp:nvSpPr>
      <dsp:spPr>
        <a:xfrm>
          <a:off x="3748243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585190"/>
              <a:satOff val="-730"/>
              <a:lumOff val="1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778564"/>
        <a:ext cx="19330" cy="3866"/>
      </dsp:txXfrm>
    </dsp:sp>
    <dsp:sp modelId="{17C434CB-C678-494A-94ED-87BAE0F39B92}">
      <dsp:nvSpPr>
        <dsp:cNvPr id="0" name=""/>
        <dsp:cNvSpPr/>
      </dsp:nvSpPr>
      <dsp:spPr>
        <a:xfrm>
          <a:off x="2069113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520169"/>
                <a:satOff val="-649"/>
                <a:lumOff val="15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20169"/>
                <a:satOff val="-649"/>
                <a:lumOff val="15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Image → Resize → Augment → Normalize → Tensor</a:t>
          </a:r>
        </a:p>
      </dsp:txBody>
      <dsp:txXfrm>
        <a:off x="2069113" y="276218"/>
        <a:ext cx="1680929" cy="1008557"/>
      </dsp:txXfrm>
    </dsp:sp>
    <dsp:sp modelId="{3FDC80DF-B047-4A71-BB31-A6ABA7DFEF84}">
      <dsp:nvSpPr>
        <dsp:cNvPr id="0" name=""/>
        <dsp:cNvSpPr/>
      </dsp:nvSpPr>
      <dsp:spPr>
        <a:xfrm>
          <a:off x="5815786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778564"/>
        <a:ext cx="19330" cy="3866"/>
      </dsp:txXfrm>
    </dsp:sp>
    <dsp:sp modelId="{F84FA48F-05E9-4FB0-8E75-825B597BFAEC}">
      <dsp:nvSpPr>
        <dsp:cNvPr id="0" name=""/>
        <dsp:cNvSpPr/>
      </dsp:nvSpPr>
      <dsp:spPr>
        <a:xfrm>
          <a:off x="4136656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1040338"/>
                <a:satOff val="-1298"/>
                <a:lumOff val="30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040338"/>
                <a:satOff val="-1298"/>
                <a:lumOff val="30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2: Optuna Optimization (100 trials)</a:t>
          </a:r>
        </a:p>
      </dsp:txBody>
      <dsp:txXfrm>
        <a:off x="4136656" y="276218"/>
        <a:ext cx="1680929" cy="1008557"/>
      </dsp:txXfrm>
    </dsp:sp>
    <dsp:sp modelId="{F894EF29-2F29-4E07-A06D-FF56DBA6B924}">
      <dsp:nvSpPr>
        <dsp:cNvPr id="0" name=""/>
        <dsp:cNvSpPr/>
      </dsp:nvSpPr>
      <dsp:spPr>
        <a:xfrm>
          <a:off x="842034" y="1282976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1755570"/>
              <a:satOff val="-2190"/>
              <a:lumOff val="5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1459049"/>
        <a:ext cx="310733" cy="3866"/>
      </dsp:txXfrm>
    </dsp:sp>
    <dsp:sp modelId="{698C1A11-07AC-4CC7-97BF-FF99F5917AD1}">
      <dsp:nvSpPr>
        <dsp:cNvPr id="0" name=""/>
        <dsp:cNvSpPr/>
      </dsp:nvSpPr>
      <dsp:spPr>
        <a:xfrm>
          <a:off x="6204200" y="276218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Suggest params → Create DataLoaders → Train 50 epochs → Return loss</a:t>
          </a:r>
        </a:p>
      </dsp:txBody>
      <dsp:txXfrm>
        <a:off x="6204200" y="276218"/>
        <a:ext cx="1680929" cy="1008557"/>
      </dsp:txXfrm>
    </dsp:sp>
    <dsp:sp modelId="{4D6B0349-179D-4F40-BAA5-92091001F030}">
      <dsp:nvSpPr>
        <dsp:cNvPr id="0" name=""/>
        <dsp:cNvSpPr/>
      </dsp:nvSpPr>
      <dsp:spPr>
        <a:xfrm>
          <a:off x="1680699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2173735"/>
        <a:ext cx="19330" cy="3866"/>
      </dsp:txXfrm>
    </dsp:sp>
    <dsp:sp modelId="{0C43B8A4-4FCF-4574-A8EE-E09D05618955}">
      <dsp:nvSpPr>
        <dsp:cNvPr id="0" name=""/>
        <dsp:cNvSpPr/>
      </dsp:nvSpPr>
      <dsp:spPr>
        <a:xfrm>
          <a:off x="1569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2080675"/>
                <a:satOff val="-2595"/>
                <a:lumOff val="61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080675"/>
                <a:satOff val="-2595"/>
                <a:lumOff val="61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3: Final Training (100 epochs)</a:t>
          </a:r>
        </a:p>
      </dsp:txBody>
      <dsp:txXfrm>
        <a:off x="1569" y="1671390"/>
        <a:ext cx="1680929" cy="1008557"/>
      </dsp:txXfrm>
    </dsp:sp>
    <dsp:sp modelId="{B0463A9A-C0FD-4CA1-9DAA-F762004730F1}">
      <dsp:nvSpPr>
        <dsp:cNvPr id="0" name=""/>
        <dsp:cNvSpPr/>
      </dsp:nvSpPr>
      <dsp:spPr>
        <a:xfrm>
          <a:off x="3748243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925949"/>
              <a:satOff val="-3649"/>
              <a:lumOff val="8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2173735"/>
        <a:ext cx="19330" cy="3866"/>
      </dsp:txXfrm>
    </dsp:sp>
    <dsp:sp modelId="{4A026AF9-DE41-408E-BCA7-D27EEA148649}">
      <dsp:nvSpPr>
        <dsp:cNvPr id="0" name=""/>
        <dsp:cNvSpPr/>
      </dsp:nvSpPr>
      <dsp:spPr>
        <a:xfrm>
          <a:off x="2069113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2600844"/>
                <a:satOff val="-3244"/>
                <a:lumOff val="76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600844"/>
                <a:satOff val="-3244"/>
                <a:lumOff val="76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 best params → Train longer → Early stopping → Save model</a:t>
          </a:r>
        </a:p>
      </dsp:txBody>
      <dsp:txXfrm>
        <a:off x="2069113" y="1671390"/>
        <a:ext cx="1680929" cy="1008557"/>
      </dsp:txXfrm>
    </dsp:sp>
    <dsp:sp modelId="{488CC946-73CE-4FB3-951B-BA8F4578FED1}">
      <dsp:nvSpPr>
        <dsp:cNvPr id="0" name=""/>
        <dsp:cNvSpPr/>
      </dsp:nvSpPr>
      <dsp:spPr>
        <a:xfrm>
          <a:off x="5815786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2173735"/>
        <a:ext cx="19330" cy="3866"/>
      </dsp:txXfrm>
    </dsp:sp>
    <dsp:sp modelId="{5A93842F-3927-4083-9D49-5EDE7CB996BF}">
      <dsp:nvSpPr>
        <dsp:cNvPr id="0" name=""/>
        <dsp:cNvSpPr/>
      </dsp:nvSpPr>
      <dsp:spPr>
        <a:xfrm>
          <a:off x="4136656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4: Evaluation</a:t>
          </a:r>
        </a:p>
      </dsp:txBody>
      <dsp:txXfrm>
        <a:off x="4136656" y="1671390"/>
        <a:ext cx="1680929" cy="1008557"/>
      </dsp:txXfrm>
    </dsp:sp>
    <dsp:sp modelId="{1BA785A5-BCCF-44E2-8E1F-1E19A3D44C95}">
      <dsp:nvSpPr>
        <dsp:cNvPr id="0" name=""/>
        <dsp:cNvSpPr/>
      </dsp:nvSpPr>
      <dsp:spPr>
        <a:xfrm>
          <a:off x="842034" y="2678147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4096329"/>
              <a:satOff val="-5109"/>
              <a:lumOff val="12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2854221"/>
        <a:ext cx="310733" cy="3866"/>
      </dsp:txXfrm>
    </dsp:sp>
    <dsp:sp modelId="{5D61A028-244A-481A-98F9-2E7424A1B7C6}">
      <dsp:nvSpPr>
        <dsp:cNvPr id="0" name=""/>
        <dsp:cNvSpPr/>
      </dsp:nvSpPr>
      <dsp:spPr>
        <a:xfrm>
          <a:off x="6204200" y="1671390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3641181"/>
                <a:satOff val="-4541"/>
                <a:lumOff val="106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641181"/>
                <a:satOff val="-4541"/>
                <a:lumOff val="106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Load model → Test set inference → Compute metrics → Report results</a:t>
          </a:r>
        </a:p>
      </dsp:txBody>
      <dsp:txXfrm>
        <a:off x="6204200" y="1671390"/>
        <a:ext cx="1680929" cy="1008557"/>
      </dsp:txXfrm>
    </dsp:sp>
    <dsp:sp modelId="{04C90F84-4BE7-49DF-9E10-CC56794C9894}">
      <dsp:nvSpPr>
        <dsp:cNvPr id="0" name=""/>
        <dsp:cNvSpPr/>
      </dsp:nvSpPr>
      <dsp:spPr>
        <a:xfrm>
          <a:off x="1680699" y="3525120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3568907"/>
        <a:ext cx="19330" cy="3866"/>
      </dsp:txXfrm>
    </dsp:sp>
    <dsp:sp modelId="{5BB189C9-49D3-425A-BF0C-96D688D0FA3E}">
      <dsp:nvSpPr>
        <dsp:cNvPr id="0" name=""/>
        <dsp:cNvSpPr/>
      </dsp:nvSpPr>
      <dsp:spPr>
        <a:xfrm>
          <a:off x="1569" y="3066561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4161350"/>
                <a:satOff val="-5190"/>
                <a:lumOff val="122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161350"/>
                <a:satOff val="-5190"/>
                <a:lumOff val="122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Phase 5: Deployment</a:t>
          </a:r>
        </a:p>
      </dsp:txBody>
      <dsp:txXfrm>
        <a:off x="1569" y="3066561"/>
        <a:ext cx="1680929" cy="1008557"/>
      </dsp:txXfrm>
    </dsp:sp>
    <dsp:sp modelId="{DA954316-6B2A-47A2-BD31-7A62CFE109B7}">
      <dsp:nvSpPr>
        <dsp:cNvPr id="0" name=""/>
        <dsp:cNvSpPr/>
      </dsp:nvSpPr>
      <dsp:spPr>
        <a:xfrm>
          <a:off x="2069113" y="3066561"/>
          <a:ext cx="1680929" cy="1008557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Load model → Accept image → Preprocess → Predict → Return class</a:t>
          </a:r>
        </a:p>
      </dsp:txBody>
      <dsp:txXfrm>
        <a:off x="2069113" y="3066561"/>
        <a:ext cx="1680929" cy="10085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61D0A-F94E-4FC4-8CDF-7E55B0138E67}">
      <dsp:nvSpPr>
        <dsp:cNvPr id="0" name=""/>
        <dsp:cNvSpPr/>
      </dsp:nvSpPr>
      <dsp:spPr>
        <a:xfrm>
          <a:off x="1636807" y="796475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0358" y="840313"/>
        <a:ext cx="18826" cy="3765"/>
      </dsp:txXfrm>
    </dsp:sp>
    <dsp:sp modelId="{1204117D-CB39-4AAA-A4CA-DA094043B6E5}">
      <dsp:nvSpPr>
        <dsp:cNvPr id="0" name=""/>
        <dsp:cNvSpPr/>
      </dsp:nvSpPr>
      <dsp:spPr>
        <a:xfrm>
          <a:off x="1528" y="351072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Augmentation Pipeline:</a:t>
          </a:r>
        </a:p>
      </dsp:txBody>
      <dsp:txXfrm>
        <a:off x="1528" y="351072"/>
        <a:ext cx="1637079" cy="982247"/>
      </dsp:txXfrm>
    </dsp:sp>
    <dsp:sp modelId="{D7953598-1BA1-450C-81B1-BC673F933672}">
      <dsp:nvSpPr>
        <dsp:cNvPr id="0" name=""/>
        <dsp:cNvSpPr/>
      </dsp:nvSpPr>
      <dsp:spPr>
        <a:xfrm>
          <a:off x="3650415" y="796475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3966" y="840313"/>
        <a:ext cx="18826" cy="3765"/>
      </dsp:txXfrm>
    </dsp:sp>
    <dsp:sp modelId="{1CBF0E30-B6BA-473F-860A-D3726340B925}">
      <dsp:nvSpPr>
        <dsp:cNvPr id="0" name=""/>
        <dsp:cNvSpPr/>
      </dsp:nvSpPr>
      <dsp:spPr>
        <a:xfrm>
          <a:off x="2015136" y="351072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Dynamic augmentation based on trial parameters</a:t>
          </a:r>
        </a:p>
      </dsp:txBody>
      <dsp:txXfrm>
        <a:off x="2015136" y="351072"/>
        <a:ext cx="1637079" cy="982247"/>
      </dsp:txXfrm>
    </dsp:sp>
    <dsp:sp modelId="{913BAE7C-068A-4B04-B718-B090FCFDF519}">
      <dsp:nvSpPr>
        <dsp:cNvPr id="0" name=""/>
        <dsp:cNvSpPr/>
      </dsp:nvSpPr>
      <dsp:spPr>
        <a:xfrm>
          <a:off x="5664023" y="796475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27574" y="840313"/>
        <a:ext cx="18826" cy="3765"/>
      </dsp:txXfrm>
    </dsp:sp>
    <dsp:sp modelId="{78A6E32E-7E05-45F4-B4B9-D55CD13C26D7}">
      <dsp:nvSpPr>
        <dsp:cNvPr id="0" name=""/>
        <dsp:cNvSpPr/>
      </dsp:nvSpPr>
      <dsp:spPr>
        <a:xfrm>
          <a:off x="4028744" y="351072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Support for ImageNet, simple, and custom normalization</a:t>
          </a:r>
        </a:p>
      </dsp:txBody>
      <dsp:txXfrm>
        <a:off x="4028744" y="351072"/>
        <a:ext cx="1637079" cy="982247"/>
      </dsp:txXfrm>
    </dsp:sp>
    <dsp:sp modelId="{C1F77E87-4227-4153-A034-08E39BCFEC6C}">
      <dsp:nvSpPr>
        <dsp:cNvPr id="0" name=""/>
        <dsp:cNvSpPr/>
      </dsp:nvSpPr>
      <dsp:spPr>
        <a:xfrm>
          <a:off x="820068" y="1331519"/>
          <a:ext cx="6040823" cy="345928"/>
        </a:xfrm>
        <a:custGeom>
          <a:avLst/>
          <a:gdLst/>
          <a:ahLst/>
          <a:cxnLst/>
          <a:rect l="0" t="0" r="0" b="0"/>
          <a:pathLst>
            <a:path>
              <a:moveTo>
                <a:pt x="6040823" y="0"/>
              </a:moveTo>
              <a:lnTo>
                <a:pt x="6040823" y="190064"/>
              </a:lnTo>
              <a:lnTo>
                <a:pt x="0" y="190064"/>
              </a:lnTo>
              <a:lnTo>
                <a:pt x="0" y="34592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9166" y="1502601"/>
        <a:ext cx="302627" cy="3765"/>
      </dsp:txXfrm>
    </dsp:sp>
    <dsp:sp modelId="{0316EBCB-DD19-4DBF-B87F-93AB964A6B27}">
      <dsp:nvSpPr>
        <dsp:cNvPr id="0" name=""/>
        <dsp:cNvSpPr/>
      </dsp:nvSpPr>
      <dsp:spPr>
        <a:xfrm>
          <a:off x="6042352" y="351072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Robust Optimization:</a:t>
          </a:r>
        </a:p>
      </dsp:txBody>
      <dsp:txXfrm>
        <a:off x="6042352" y="351072"/>
        <a:ext cx="1637079" cy="982247"/>
      </dsp:txXfrm>
    </dsp:sp>
    <dsp:sp modelId="{7C7F0386-FFD7-409A-BDAA-298BDDFF9391}">
      <dsp:nvSpPr>
        <dsp:cNvPr id="0" name=""/>
        <dsp:cNvSpPr/>
      </dsp:nvSpPr>
      <dsp:spPr>
        <a:xfrm>
          <a:off x="1636807" y="2155251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0358" y="2199089"/>
        <a:ext cx="18826" cy="3765"/>
      </dsp:txXfrm>
    </dsp:sp>
    <dsp:sp modelId="{E3FAC9BB-F9A3-46BA-A86F-076C514159EC}">
      <dsp:nvSpPr>
        <dsp:cNvPr id="0" name=""/>
        <dsp:cNvSpPr/>
      </dsp:nvSpPr>
      <dsp:spPr>
        <a:xfrm>
          <a:off x="1528" y="1709848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Each Optuna trial creates independent DataLoaders</a:t>
          </a:r>
        </a:p>
      </dsp:txBody>
      <dsp:txXfrm>
        <a:off x="1528" y="1709848"/>
        <a:ext cx="1637079" cy="982247"/>
      </dsp:txXfrm>
    </dsp:sp>
    <dsp:sp modelId="{EA032456-ADD5-48F9-83DA-AC644EA2DCB2}">
      <dsp:nvSpPr>
        <dsp:cNvPr id="0" name=""/>
        <dsp:cNvSpPr/>
      </dsp:nvSpPr>
      <dsp:spPr>
        <a:xfrm>
          <a:off x="3650415" y="2155251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3966" y="2199089"/>
        <a:ext cx="18826" cy="3765"/>
      </dsp:txXfrm>
    </dsp:sp>
    <dsp:sp modelId="{E84C570E-CF79-415E-8989-123302F64C01}">
      <dsp:nvSpPr>
        <dsp:cNvPr id="0" name=""/>
        <dsp:cNvSpPr/>
      </dsp:nvSpPr>
      <dsp:spPr>
        <a:xfrm>
          <a:off x="2015136" y="1709848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Transformations vary per trial (not fixed)</a:t>
          </a:r>
        </a:p>
      </dsp:txBody>
      <dsp:txXfrm>
        <a:off x="2015136" y="1709848"/>
        <a:ext cx="1637079" cy="982247"/>
      </dsp:txXfrm>
    </dsp:sp>
    <dsp:sp modelId="{2534342A-6C46-42F2-979B-725625DAA64D}">
      <dsp:nvSpPr>
        <dsp:cNvPr id="0" name=""/>
        <dsp:cNvSpPr/>
      </dsp:nvSpPr>
      <dsp:spPr>
        <a:xfrm>
          <a:off x="5664023" y="2155251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27574" y="2199089"/>
        <a:ext cx="18826" cy="3765"/>
      </dsp:txXfrm>
    </dsp:sp>
    <dsp:sp modelId="{05EFF195-CBD0-438D-A489-45D4872AAED4}">
      <dsp:nvSpPr>
        <dsp:cNvPr id="0" name=""/>
        <dsp:cNvSpPr/>
      </dsp:nvSpPr>
      <dsp:spPr>
        <a:xfrm>
          <a:off x="4028744" y="1709848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True hyperparameter optimization</a:t>
          </a:r>
        </a:p>
      </dsp:txBody>
      <dsp:txXfrm>
        <a:off x="4028744" y="1709848"/>
        <a:ext cx="1637079" cy="982247"/>
      </dsp:txXfrm>
    </dsp:sp>
    <dsp:sp modelId="{298A2911-66F8-4023-AB9C-2DAEB61C38C9}">
      <dsp:nvSpPr>
        <dsp:cNvPr id="0" name=""/>
        <dsp:cNvSpPr/>
      </dsp:nvSpPr>
      <dsp:spPr>
        <a:xfrm>
          <a:off x="820068" y="2690295"/>
          <a:ext cx="6040823" cy="345928"/>
        </a:xfrm>
        <a:custGeom>
          <a:avLst/>
          <a:gdLst/>
          <a:ahLst/>
          <a:cxnLst/>
          <a:rect l="0" t="0" r="0" b="0"/>
          <a:pathLst>
            <a:path>
              <a:moveTo>
                <a:pt x="6040823" y="0"/>
              </a:moveTo>
              <a:lnTo>
                <a:pt x="6040823" y="190064"/>
              </a:lnTo>
              <a:lnTo>
                <a:pt x="0" y="190064"/>
              </a:lnTo>
              <a:lnTo>
                <a:pt x="0" y="34592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9166" y="2861377"/>
        <a:ext cx="302627" cy="3765"/>
      </dsp:txXfrm>
    </dsp:sp>
    <dsp:sp modelId="{31B04430-2952-4161-99A9-0EC4EDAEED1E}">
      <dsp:nvSpPr>
        <dsp:cNvPr id="0" name=""/>
        <dsp:cNvSpPr/>
      </dsp:nvSpPr>
      <dsp:spPr>
        <a:xfrm>
          <a:off x="6042352" y="1709848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 Management:</a:t>
          </a:r>
        </a:p>
      </dsp:txBody>
      <dsp:txXfrm>
        <a:off x="6042352" y="1709848"/>
        <a:ext cx="1637079" cy="982247"/>
      </dsp:txXfrm>
    </dsp:sp>
    <dsp:sp modelId="{79BC9C1C-0EEF-4864-82B8-0CB4C2F3BDF7}">
      <dsp:nvSpPr>
        <dsp:cNvPr id="0" name=""/>
        <dsp:cNvSpPr/>
      </dsp:nvSpPr>
      <dsp:spPr>
        <a:xfrm>
          <a:off x="1636807" y="3514028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0358" y="3557865"/>
        <a:ext cx="18826" cy="3765"/>
      </dsp:txXfrm>
    </dsp:sp>
    <dsp:sp modelId="{96FB8CDE-4177-4374-B487-02B8BBA7C2F1}">
      <dsp:nvSpPr>
        <dsp:cNvPr id="0" name=""/>
        <dsp:cNvSpPr/>
      </dsp:nvSpPr>
      <dsp:spPr>
        <a:xfrm>
          <a:off x="1528" y="3068624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Save best model checkpoint</a:t>
          </a:r>
        </a:p>
      </dsp:txBody>
      <dsp:txXfrm>
        <a:off x="1528" y="3068624"/>
        <a:ext cx="1637079" cy="982247"/>
      </dsp:txXfrm>
    </dsp:sp>
    <dsp:sp modelId="{BD3EA47E-2258-4898-AB11-CCB5FDCB1DC9}">
      <dsp:nvSpPr>
        <dsp:cNvPr id="0" name=""/>
        <dsp:cNvSpPr/>
      </dsp:nvSpPr>
      <dsp:spPr>
        <a:xfrm>
          <a:off x="3650415" y="3514028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3966" y="3557865"/>
        <a:ext cx="18826" cy="3765"/>
      </dsp:txXfrm>
    </dsp:sp>
    <dsp:sp modelId="{1ECE4BE7-1D09-48AF-A794-FB65C5DCD83E}">
      <dsp:nvSpPr>
        <dsp:cNvPr id="0" name=""/>
        <dsp:cNvSpPr/>
      </dsp:nvSpPr>
      <dsp:spPr>
        <a:xfrm>
          <a:off x="2015136" y="3068624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Early stopping with patience</a:t>
          </a:r>
        </a:p>
      </dsp:txBody>
      <dsp:txXfrm>
        <a:off x="2015136" y="3068624"/>
        <a:ext cx="1637079" cy="982247"/>
      </dsp:txXfrm>
    </dsp:sp>
    <dsp:sp modelId="{C4E9649E-3631-4BDE-833C-9EBE57B87FD5}">
      <dsp:nvSpPr>
        <dsp:cNvPr id="0" name=""/>
        <dsp:cNvSpPr/>
      </dsp:nvSpPr>
      <dsp:spPr>
        <a:xfrm>
          <a:off x="5664023" y="3514028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27574" y="3557865"/>
        <a:ext cx="18826" cy="3765"/>
      </dsp:txXfrm>
    </dsp:sp>
    <dsp:sp modelId="{D1B83D51-05BF-4FA7-9AA1-068340AD5FA5}">
      <dsp:nvSpPr>
        <dsp:cNvPr id="0" name=""/>
        <dsp:cNvSpPr/>
      </dsp:nvSpPr>
      <dsp:spPr>
        <a:xfrm>
          <a:off x="4028744" y="3068624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Reproducible results with fixed seed</a:t>
          </a:r>
        </a:p>
      </dsp:txBody>
      <dsp:txXfrm>
        <a:off x="4028744" y="3068624"/>
        <a:ext cx="1637079" cy="982247"/>
      </dsp:txXfrm>
    </dsp:sp>
    <dsp:sp modelId="{19EF22CE-8ED7-408C-A020-28251C029DB1}">
      <dsp:nvSpPr>
        <dsp:cNvPr id="0" name=""/>
        <dsp:cNvSpPr/>
      </dsp:nvSpPr>
      <dsp:spPr>
        <a:xfrm>
          <a:off x="820068" y="4049071"/>
          <a:ext cx="6040823" cy="345928"/>
        </a:xfrm>
        <a:custGeom>
          <a:avLst/>
          <a:gdLst/>
          <a:ahLst/>
          <a:cxnLst/>
          <a:rect l="0" t="0" r="0" b="0"/>
          <a:pathLst>
            <a:path>
              <a:moveTo>
                <a:pt x="6040823" y="0"/>
              </a:moveTo>
              <a:lnTo>
                <a:pt x="6040823" y="190064"/>
              </a:lnTo>
              <a:lnTo>
                <a:pt x="0" y="190064"/>
              </a:lnTo>
              <a:lnTo>
                <a:pt x="0" y="345928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9166" y="4220153"/>
        <a:ext cx="302627" cy="3765"/>
      </dsp:txXfrm>
    </dsp:sp>
    <dsp:sp modelId="{649D5F23-C73F-4282-9FAC-95249830D417}">
      <dsp:nvSpPr>
        <dsp:cNvPr id="0" name=""/>
        <dsp:cNvSpPr/>
      </dsp:nvSpPr>
      <dsp:spPr>
        <a:xfrm>
          <a:off x="6042352" y="3068624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Production Ready:</a:t>
          </a:r>
        </a:p>
      </dsp:txBody>
      <dsp:txXfrm>
        <a:off x="6042352" y="3068624"/>
        <a:ext cx="1637079" cy="982247"/>
      </dsp:txXfrm>
    </dsp:sp>
    <dsp:sp modelId="{01345DBA-45A5-4A8D-A6B1-547F394EAD8E}">
      <dsp:nvSpPr>
        <dsp:cNvPr id="0" name=""/>
        <dsp:cNvSpPr/>
      </dsp:nvSpPr>
      <dsp:spPr>
        <a:xfrm>
          <a:off x="1636807" y="4872804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00358" y="4916641"/>
        <a:ext cx="18826" cy="3765"/>
      </dsp:txXfrm>
    </dsp:sp>
    <dsp:sp modelId="{6F0F8A9D-DFDC-4CB7-99A3-3B59AEB99239}">
      <dsp:nvSpPr>
        <dsp:cNvPr id="0" name=""/>
        <dsp:cNvSpPr/>
      </dsp:nvSpPr>
      <dsp:spPr>
        <a:xfrm>
          <a:off x="1528" y="4427400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Inference mode (model.eval())</a:t>
          </a:r>
        </a:p>
      </dsp:txBody>
      <dsp:txXfrm>
        <a:off x="1528" y="4427400"/>
        <a:ext cx="1637079" cy="982247"/>
      </dsp:txXfrm>
    </dsp:sp>
    <dsp:sp modelId="{2C7E8DBF-AABF-4364-B16B-C869E0EEE168}">
      <dsp:nvSpPr>
        <dsp:cNvPr id="0" name=""/>
        <dsp:cNvSpPr/>
      </dsp:nvSpPr>
      <dsp:spPr>
        <a:xfrm>
          <a:off x="3650415" y="4872804"/>
          <a:ext cx="3459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5928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3966" y="4916641"/>
        <a:ext cx="18826" cy="3765"/>
      </dsp:txXfrm>
    </dsp:sp>
    <dsp:sp modelId="{2D04F2AA-4046-4F5E-BEF2-C4A301A61E69}">
      <dsp:nvSpPr>
        <dsp:cNvPr id="0" name=""/>
        <dsp:cNvSpPr/>
      </dsp:nvSpPr>
      <dsp:spPr>
        <a:xfrm>
          <a:off x="2015136" y="4427400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Batch predictions</a:t>
          </a:r>
        </a:p>
      </dsp:txBody>
      <dsp:txXfrm>
        <a:off x="2015136" y="4427400"/>
        <a:ext cx="1637079" cy="982247"/>
      </dsp:txXfrm>
    </dsp:sp>
    <dsp:sp modelId="{5CB6BFC0-534E-47FE-A6A6-1A3C6B883452}">
      <dsp:nvSpPr>
        <dsp:cNvPr id="0" name=""/>
        <dsp:cNvSpPr/>
      </dsp:nvSpPr>
      <dsp:spPr>
        <a:xfrm>
          <a:off x="4028744" y="4427400"/>
          <a:ext cx="1637079" cy="9822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218" tIns="84203" rIns="80218" bIns="8420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Accuracy metrics</a:t>
          </a:r>
        </a:p>
      </dsp:txBody>
      <dsp:txXfrm>
        <a:off x="4028744" y="4427400"/>
        <a:ext cx="1637079" cy="9822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A6AB4-2F59-429C-BF71-1E67E483C78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DD72B-1768-4784-BAA8-D8EE6A008E7A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4E924-5F28-4D5C-92DD-3C0B2BCEA131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Try ResNet or Vision Transformer</a:t>
          </a:r>
        </a:p>
      </dsp:txBody>
      <dsp:txXfrm>
        <a:off x="46529" y="2703902"/>
        <a:ext cx="2418750" cy="720000"/>
      </dsp:txXfrm>
    </dsp:sp>
    <dsp:sp modelId="{0B3C5E33-14EA-4B88-B531-EB7D254545BD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E91A8-A53D-458A-B586-6CAB0322D88E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22ADA-53F9-45E9-91DF-28E5E47BE0A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Add Dropout for regularization</a:t>
          </a:r>
        </a:p>
      </dsp:txBody>
      <dsp:txXfrm>
        <a:off x="2888560" y="2703902"/>
        <a:ext cx="2418750" cy="720000"/>
      </dsp:txXfrm>
    </dsp:sp>
    <dsp:sp modelId="{4828EA87-DE2B-41C6-894B-F1C71BC9C812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338B3-466C-4C29-8633-09C4F336462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64479-39A6-46AD-809C-4F12C2955A33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• Implement batch normalization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CNN Image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Celestial Object Recognition with AlexNet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s-ES"/>
              <a:t>Project Overview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57CE16A-BF44-251A-D9D2-37B46A7A4407}"/>
              </a:ext>
            </a:extLst>
          </p:cNvPr>
          <p:cNvGraphicFramePr/>
          <p:nvPr/>
        </p:nvGraphicFramePr>
        <p:xfrm>
          <a:off x="731520" y="1097280"/>
          <a:ext cx="7680960" cy="576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3445" y="1070800"/>
            <a:ext cx="3119149" cy="55831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7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EFEBF4B-4C32-A774-B53A-D4A39BFB77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918301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ImageNet Normalization: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Mean: [0.485, 0.456, 0.406]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Std:  [0.229, 0.224, 0.225]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Augmentation (Training):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Resize: 224×224 or 128×128 pixels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Random Rotation: 0-360 degrees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Random Horizontal Flip: 50% probability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Color Jitter: Brightness adjustment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Random Crop: Scale 0.5-1.0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Inference Transform: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Only Resize + Normalize (no augmentation)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AlexNet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Convolutional Layers: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Layer 1: 3 → 96 channels (11×11 kernel, stride=4)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Layer 2: 96 → 256 channels (5×5 kernel)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Layer 3: 256 → 384 channels (3×3 kernel)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Layer 4: 384 → 384 channels (3×3 kernel)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Layer 5: 384 → 256 channels (3×3 kernel)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300"/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Pooling &amp; Flattening: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Max Pooling: 3×3 kernel with stride 2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Adaptive Avg Pool: (1×1) for variable input sizes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300"/>
              <a:t>  • Flatten: Output → 9,216 features</a:t>
            </a:r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13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A7E30-497A-7C14-13A3-B47EFE82DE3C}"/>
              </a:ext>
            </a:extLst>
          </p:cNvPr>
          <p:cNvSpPr txBox="1"/>
          <p:nvPr/>
        </p:nvSpPr>
        <p:spPr>
          <a:xfrm>
            <a:off x="5537752" y="4244587"/>
            <a:ext cx="46216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Fully Connected Layers: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FC1: 9,216 → 4,096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FC2: 4,096 → 4,096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• FC3: 4,096 → 12 (classes output)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5245"/>
            <a:ext cx="768096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Total Parameters: ~62 Million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Layer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Convolutional layers: ~40 Million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Fully connected layers: ~22 Million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Activation Functions: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</a:t>
            </a:r>
            <a:r>
              <a:rPr dirty="0" err="1"/>
              <a:t>ReLU</a:t>
            </a:r>
            <a:r>
              <a:rPr dirty="0"/>
              <a:t> (Rectified Linear Unit) for all hidden 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Linear output for classification with </a:t>
            </a:r>
            <a:r>
              <a:rPr dirty="0" err="1"/>
              <a:t>CrossEntropyLoss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Key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Adaptive pooling handles variable input 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Dropout could be added for regularization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Optuna 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355" y="858741"/>
            <a:ext cx="768096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Search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100 trials per optimization run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50 epochs per trial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Minimize validation loss (objective)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Hyperparameters Optimized: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Batch Size: [32, 64, 128, 256]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Image Size: [128, 224]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Learning Rate: [1e-5, 1e-2] (log scale)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Optimizer: Adam or SGD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Augmentation: Rotation, flip, brightness, crop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Training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3103" y="764024"/>
            <a:ext cx="708063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Loss Function: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</a:t>
            </a:r>
            <a:r>
              <a:rPr sz="1500" dirty="0" err="1"/>
              <a:t>CrossEntropyLoss</a:t>
            </a:r>
            <a:r>
              <a:rPr sz="1500" dirty="0"/>
              <a:t> (standard for multi-class classification)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sz="15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Optimizer Choices: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Adam: Adaptive learning rate, good default choice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  - Learning rates typically: 0.0001 - 0.001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SGD: Stochastic Gradient Descent with momentum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  - Momentum: 0.9 (helps convergence)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sz="15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Training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Batch-wise updates to model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Gradient descent with backpropagation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Line: </a:t>
            </a:r>
            <a:r>
              <a:rPr sz="1500" dirty="0" err="1"/>
              <a:t>optimizer.zero_grad</a:t>
            </a:r>
            <a:r>
              <a:rPr sz="1500" dirty="0"/>
              <a:t>() → </a:t>
            </a:r>
            <a:r>
              <a:rPr sz="1500" dirty="0" err="1"/>
              <a:t>loss.backward</a:t>
            </a:r>
            <a:r>
              <a:rPr sz="1500" dirty="0"/>
              <a:t>() → </a:t>
            </a:r>
            <a:r>
              <a:rPr sz="1500" dirty="0" err="1"/>
              <a:t>optimizer.step</a:t>
            </a:r>
            <a:r>
              <a:rPr sz="1500" dirty="0"/>
              <a:t>()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Early Stopping: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Monitor validation loss every epoch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500" dirty="0"/>
              <a:t>  • Stop if no improvement for 15-20 epochs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Validation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5502" y="938254"/>
            <a:ext cx="76809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Validation Process (per epoch):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Forward pass through validation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Compute loss without gradient computation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</a:t>
            </a:r>
            <a:r>
              <a:rPr dirty="0" err="1"/>
              <a:t>torch.no_grad</a:t>
            </a:r>
            <a:r>
              <a:rPr dirty="0"/>
              <a:t>() context for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Metrics Tracked: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Training Loss: Loss on training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Validation Loss: Loss on validation set (decides early stop)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Training Accuracy: % correct predictions on training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Validation Accuracy: % correct predictions on validation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Checkpoint Saving: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Save model when validation loss improves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Keep best model + final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Testing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476" y="792480"/>
            <a:ext cx="76809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Test Evaluation: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Use completely unseen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No gradient computation (</a:t>
            </a:r>
            <a:r>
              <a:rPr sz="1600" dirty="0" err="1"/>
              <a:t>model.eval</a:t>
            </a:r>
            <a:r>
              <a:rPr sz="1600" dirty="0"/>
              <a:t>() mode)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Same preprocessing as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sz="16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Metrics Computed: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Overall Test Accuracy: % correct on entire test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• </a:t>
            </a:r>
            <a:r>
              <a:rPr lang="en-US" sz="1600" dirty="0"/>
              <a:t>Avg Loss Score</a:t>
            </a:r>
            <a:endParaRPr sz="16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sz="1600"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Evaluation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1. Load trained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2. Forward pass through test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3. Get predictions using argmax of </a:t>
            </a:r>
            <a:r>
              <a:rPr sz="1600" dirty="0" err="1"/>
              <a:t>softmax</a:t>
            </a:r>
            <a:r>
              <a:rPr sz="1600" dirty="0"/>
              <a:t> probabilities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4. Compare with ground truth labels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5. Calculate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Expected Results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Training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Final Train Accuracy: 85-92%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Final Val Accuracy: 78-88%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Final Val Loss: 0.2-0.5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Test Results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Test Accuracy: 75-85%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• High confidence (&gt;80%) for most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Optuna Optimization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F0811-FFFF-1EA2-2405-A1F0982D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64" y="777912"/>
            <a:ext cx="6751983" cy="4222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DCE84E-2AA7-A8E1-56E0-FAEB431A2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91" y="5046537"/>
            <a:ext cx="7043531" cy="15845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C7440-D4AB-FE53-DA8E-4D25E2520F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9450" r="154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4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Training Pipeline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B27D379-762B-6E75-45FE-A6FF49D4D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434990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s-ES"/>
              <a:t>Advanced Features Implemented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BE53C782-5D79-D418-7DFA-3A83340408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979221"/>
              </p:ext>
            </p:extLst>
          </p:nvPr>
        </p:nvGraphicFramePr>
        <p:xfrm>
          <a:off x="731520" y="1097280"/>
          <a:ext cx="7680960" cy="576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With Full Optimization (Pipeline):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Test Accuracy: 85%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Training Time: 2-3 hours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Model Performance: Excellent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Generalization: Strong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With Quick Params (No Optuna):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Test Accuracy: 78%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Training Time: 30 minutes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Model Performance: Good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Generalization: Decent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Optimization Impact: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Accuracy improvement: +7%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Better hyperparameters found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Optimal augmentation levels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Trade-offs: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Time: 3 hours for +7%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Worth it for production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  • Quick params good for prototyping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Improvements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1326A0E-38C2-5A65-D61E-C7CE82446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9405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Built complete CNN pipeline for astronomy image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Implemented 12-class classification with </a:t>
            </a:r>
            <a:r>
              <a:rPr dirty="0" err="1"/>
              <a:t>AlexNet</a:t>
            </a:r>
            <a:r>
              <a:rPr dirty="0"/>
              <a:t> (62M parameters)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Optimized hyperparameters using </a:t>
            </a:r>
            <a:r>
              <a:rPr dirty="0" err="1"/>
              <a:t>Optuna</a:t>
            </a:r>
            <a:r>
              <a:rPr dirty="0"/>
              <a:t> (100 trials)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Created modular, production-ready code (8 modules, 4 scripts)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Comprehensive documentation and guides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Dynamic data augmentation improving generalization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✓ Ready for deployment and real-world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1238</Words>
  <Application>Microsoft Office PowerPoint</Application>
  <PresentationFormat>On-screen Show (4:3)</PresentationFormat>
  <Paragraphs>197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Bernardo Llata Barata</cp:lastModifiedBy>
  <cp:revision>2</cp:revision>
  <dcterms:created xsi:type="dcterms:W3CDTF">2013-01-27T09:14:16Z</dcterms:created>
  <dcterms:modified xsi:type="dcterms:W3CDTF">2026-05-04T22:43:03Z</dcterms:modified>
  <cp:category/>
</cp:coreProperties>
</file>