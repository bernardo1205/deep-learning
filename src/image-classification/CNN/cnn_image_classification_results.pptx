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4" r:id="rId5"/>
    <p:sldId id="259" r:id="rId6"/>
    <p:sldId id="275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2" r:id="rId18"/>
    <p:sldId id="273" r:id="rId19"/>
    <p:sldId id="277" r:id="rId20"/>
    <p:sldId id="276" r:id="rId21"/>
    <p:sldId id="278" r:id="rId22"/>
    <p:sldId id="279" r:id="rId23"/>
    <p:sldId id="280" r:id="rId24"/>
    <p:sldId id="281" r:id="rId25"/>
    <p:sldId id="282" r:id="rId26"/>
    <p:sldId id="285" r:id="rId27"/>
    <p:sldId id="283" r:id="rId28"/>
    <p:sldId id="286" r:id="rId29"/>
    <p:sldId id="287" r:id="rId30"/>
    <p:sldId id="28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8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5FB341-BC87-4DE1-83ED-0030540C3A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A8C066-77AE-4AAA-AAB3-9BA4878054E6}">
      <dgm:prSet/>
      <dgm:spPr/>
      <dgm:t>
        <a:bodyPr/>
        <a:lstStyle/>
        <a:p>
          <a:r>
            <a:rPr lang="en-US"/>
            <a:t>• Dataset: 12 Celestial Classes</a:t>
          </a:r>
        </a:p>
      </dgm:t>
    </dgm:pt>
    <dgm:pt modelId="{E9FA0398-A6FF-4A43-B6D1-52F3CE995F71}" type="parTrans" cxnId="{5A2765A2-89E0-46B8-A4E7-9F20795D3156}">
      <dgm:prSet/>
      <dgm:spPr/>
      <dgm:t>
        <a:bodyPr/>
        <a:lstStyle/>
        <a:p>
          <a:endParaRPr lang="en-US"/>
        </a:p>
      </dgm:t>
    </dgm:pt>
    <dgm:pt modelId="{BC524FDD-A14A-442F-B0BE-3FC00FE9CE41}" type="sibTrans" cxnId="{5A2765A2-89E0-46B8-A4E7-9F20795D3156}">
      <dgm:prSet/>
      <dgm:spPr/>
      <dgm:t>
        <a:bodyPr/>
        <a:lstStyle/>
        <a:p>
          <a:endParaRPr lang="en-US"/>
        </a:p>
      </dgm:t>
    </dgm:pt>
    <dgm:pt modelId="{DC5B1800-764C-4677-A8ED-18A0B2DB9AAD}">
      <dgm:prSet/>
      <dgm:spPr/>
      <dgm:t>
        <a:bodyPr/>
        <a:lstStyle/>
        <a:p>
          <a:r>
            <a:rPr lang="en-US"/>
            <a:t>- Asteroid, Black Hole, Earth, Galaxy, Jupiter, Mars, Mercury,</a:t>
          </a:r>
        </a:p>
      </dgm:t>
    </dgm:pt>
    <dgm:pt modelId="{D35F11D4-E142-4419-8BBD-37C4DBB03865}" type="parTrans" cxnId="{F2086D97-BF78-4256-9199-3E41AAF7A9F9}">
      <dgm:prSet/>
      <dgm:spPr/>
      <dgm:t>
        <a:bodyPr/>
        <a:lstStyle/>
        <a:p>
          <a:endParaRPr lang="en-US"/>
        </a:p>
      </dgm:t>
    </dgm:pt>
    <dgm:pt modelId="{928208B2-2761-45CD-8DD3-6C129EECA693}" type="sibTrans" cxnId="{F2086D97-BF78-4256-9199-3E41AAF7A9F9}">
      <dgm:prSet/>
      <dgm:spPr/>
      <dgm:t>
        <a:bodyPr/>
        <a:lstStyle/>
        <a:p>
          <a:endParaRPr lang="en-US"/>
        </a:p>
      </dgm:t>
    </dgm:pt>
    <dgm:pt modelId="{3056294E-C734-409D-9751-E6F5126AE920}">
      <dgm:prSet/>
      <dgm:spPr/>
      <dgm:t>
        <a:bodyPr/>
        <a:lstStyle/>
        <a:p>
          <a:r>
            <a:rPr lang="en-US"/>
            <a:t>Neptune, Pluto, Saturn, Uranus, Venus</a:t>
          </a:r>
        </a:p>
      </dgm:t>
    </dgm:pt>
    <dgm:pt modelId="{2C2AC6D5-239B-4782-AEDD-008376069912}" type="parTrans" cxnId="{6671B0A0-F754-4E68-B43C-DFCB2FAB2F0C}">
      <dgm:prSet/>
      <dgm:spPr/>
      <dgm:t>
        <a:bodyPr/>
        <a:lstStyle/>
        <a:p>
          <a:endParaRPr lang="en-US"/>
        </a:p>
      </dgm:t>
    </dgm:pt>
    <dgm:pt modelId="{D789AE8B-2315-4F46-932E-554A9133F7ED}" type="sibTrans" cxnId="{6671B0A0-F754-4E68-B43C-DFCB2FAB2F0C}">
      <dgm:prSet/>
      <dgm:spPr/>
      <dgm:t>
        <a:bodyPr/>
        <a:lstStyle/>
        <a:p>
          <a:endParaRPr lang="en-US"/>
        </a:p>
      </dgm:t>
    </dgm:pt>
    <dgm:pt modelId="{3EB17DD9-9BBE-4C12-AA80-F972D9D57AB1}">
      <dgm:prSet/>
      <dgm:spPr/>
      <dgm:t>
        <a:bodyPr/>
        <a:lstStyle/>
        <a:p>
          <a:r>
            <a:rPr lang="en-US"/>
            <a:t>• Objective: Classify astronomical images using CNN</a:t>
          </a:r>
        </a:p>
      </dgm:t>
    </dgm:pt>
    <dgm:pt modelId="{9D53CA73-00A8-4ADE-8769-CEAFAE393D69}" type="parTrans" cxnId="{4A2F19C8-92F3-4249-A360-839D060B1B84}">
      <dgm:prSet/>
      <dgm:spPr/>
      <dgm:t>
        <a:bodyPr/>
        <a:lstStyle/>
        <a:p>
          <a:endParaRPr lang="en-US"/>
        </a:p>
      </dgm:t>
    </dgm:pt>
    <dgm:pt modelId="{FC6370EF-5756-4518-AD9B-5C0563E285F0}" type="sibTrans" cxnId="{4A2F19C8-92F3-4249-A360-839D060B1B84}">
      <dgm:prSet/>
      <dgm:spPr/>
      <dgm:t>
        <a:bodyPr/>
        <a:lstStyle/>
        <a:p>
          <a:endParaRPr lang="en-US"/>
        </a:p>
      </dgm:t>
    </dgm:pt>
    <dgm:pt modelId="{6E399D1F-66D3-4185-9B2C-98186EA56D86}">
      <dgm:prSet/>
      <dgm:spPr/>
      <dgm:t>
        <a:bodyPr/>
        <a:lstStyle/>
        <a:p>
          <a:r>
            <a:rPr lang="en-US"/>
            <a:t>• Approach: AlexNet + Data Augmentation + Optuna Optimization</a:t>
          </a:r>
        </a:p>
      </dgm:t>
    </dgm:pt>
    <dgm:pt modelId="{46D1E979-F261-47F1-A2D2-90CC3FE8B8F7}" type="parTrans" cxnId="{54E2F28E-1487-46A8-81CD-7E86518F4E80}">
      <dgm:prSet/>
      <dgm:spPr/>
      <dgm:t>
        <a:bodyPr/>
        <a:lstStyle/>
        <a:p>
          <a:endParaRPr lang="en-US"/>
        </a:p>
      </dgm:t>
    </dgm:pt>
    <dgm:pt modelId="{C9C4749B-BCAD-4A02-8278-8A74E4F28ABF}" type="sibTrans" cxnId="{54E2F28E-1487-46A8-81CD-7E86518F4E80}">
      <dgm:prSet/>
      <dgm:spPr/>
      <dgm:t>
        <a:bodyPr/>
        <a:lstStyle/>
        <a:p>
          <a:endParaRPr lang="en-US"/>
        </a:p>
      </dgm:t>
    </dgm:pt>
    <dgm:pt modelId="{B6698988-176F-46FB-9139-395D0BB6DC67}">
      <dgm:prSet/>
      <dgm:spPr/>
      <dgm:t>
        <a:bodyPr/>
        <a:lstStyle/>
        <a:p>
          <a:r>
            <a:rPr lang="en-US"/>
            <a:t>• Result: High accuracy classification with optimized hyperparameters</a:t>
          </a:r>
        </a:p>
      </dgm:t>
    </dgm:pt>
    <dgm:pt modelId="{2F29B8E7-75E2-4598-9D6B-F73FDA4D8168}" type="parTrans" cxnId="{03285748-FB56-43AF-A972-44AB0FD3F934}">
      <dgm:prSet/>
      <dgm:spPr/>
      <dgm:t>
        <a:bodyPr/>
        <a:lstStyle/>
        <a:p>
          <a:endParaRPr lang="en-US"/>
        </a:p>
      </dgm:t>
    </dgm:pt>
    <dgm:pt modelId="{5FF9CAE8-11C9-4ECE-873C-EA3CA3DB5E88}" type="sibTrans" cxnId="{03285748-FB56-43AF-A972-44AB0FD3F934}">
      <dgm:prSet/>
      <dgm:spPr/>
      <dgm:t>
        <a:bodyPr/>
        <a:lstStyle/>
        <a:p>
          <a:endParaRPr lang="en-US"/>
        </a:p>
      </dgm:t>
    </dgm:pt>
    <dgm:pt modelId="{64D70049-29D8-4B19-9A72-27F85B6A05CD}" type="pres">
      <dgm:prSet presAssocID="{215FB341-BC87-4DE1-83ED-0030540C3AE3}" presName="linear" presStyleCnt="0">
        <dgm:presLayoutVars>
          <dgm:animLvl val="lvl"/>
          <dgm:resizeHandles val="exact"/>
        </dgm:presLayoutVars>
      </dgm:prSet>
      <dgm:spPr/>
    </dgm:pt>
    <dgm:pt modelId="{8BA5F998-004E-4DBA-96EB-C384666AE099}" type="pres">
      <dgm:prSet presAssocID="{6FA8C066-77AE-4AAA-AAB3-9BA4878054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01697E0-F3C6-44F7-969E-E84A78D742D1}" type="pres">
      <dgm:prSet presAssocID="{BC524FDD-A14A-442F-B0BE-3FC00FE9CE41}" presName="spacer" presStyleCnt="0"/>
      <dgm:spPr/>
    </dgm:pt>
    <dgm:pt modelId="{0BB19581-4B37-4394-8107-6B6CDA03FBF1}" type="pres">
      <dgm:prSet presAssocID="{DC5B1800-764C-4677-A8ED-18A0B2DB9AA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4FAB2DA-77A1-4D10-BB17-9F6AFE8F9CF5}" type="pres">
      <dgm:prSet presAssocID="{928208B2-2761-45CD-8DD3-6C129EECA693}" presName="spacer" presStyleCnt="0"/>
      <dgm:spPr/>
    </dgm:pt>
    <dgm:pt modelId="{E22C29FF-8366-4FE8-A7F4-DD84B165644E}" type="pres">
      <dgm:prSet presAssocID="{3056294E-C734-409D-9751-E6F5126AE92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DC1E607-25B9-44CF-857F-09CDB4D1CAE8}" type="pres">
      <dgm:prSet presAssocID="{D789AE8B-2315-4F46-932E-554A9133F7ED}" presName="spacer" presStyleCnt="0"/>
      <dgm:spPr/>
    </dgm:pt>
    <dgm:pt modelId="{7A23D590-9724-4167-ABCF-DEECB831D819}" type="pres">
      <dgm:prSet presAssocID="{3EB17DD9-9BBE-4C12-AA80-F972D9D57AB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2DC14B4-E49C-4128-AE93-425659952595}" type="pres">
      <dgm:prSet presAssocID="{FC6370EF-5756-4518-AD9B-5C0563E285F0}" presName="spacer" presStyleCnt="0"/>
      <dgm:spPr/>
    </dgm:pt>
    <dgm:pt modelId="{EE9B853D-D82D-4274-8186-CB86F4DF28A5}" type="pres">
      <dgm:prSet presAssocID="{6E399D1F-66D3-4185-9B2C-98186EA56D8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F1330F9-764F-48AC-BBC5-12E719392316}" type="pres">
      <dgm:prSet presAssocID="{C9C4749B-BCAD-4A02-8278-8A74E4F28ABF}" presName="spacer" presStyleCnt="0"/>
      <dgm:spPr/>
    </dgm:pt>
    <dgm:pt modelId="{46C74DFC-4657-4715-9462-E31713220CF0}" type="pres">
      <dgm:prSet presAssocID="{B6698988-176F-46FB-9139-395D0BB6DC6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3285748-FB56-43AF-A972-44AB0FD3F934}" srcId="{215FB341-BC87-4DE1-83ED-0030540C3AE3}" destId="{B6698988-176F-46FB-9139-395D0BB6DC67}" srcOrd="5" destOrd="0" parTransId="{2F29B8E7-75E2-4598-9D6B-F73FDA4D8168}" sibTransId="{5FF9CAE8-11C9-4ECE-873C-EA3CA3DB5E88}"/>
    <dgm:cxn modelId="{2B7A844E-72F4-4A20-82C0-073301040439}" type="presOf" srcId="{6FA8C066-77AE-4AAA-AAB3-9BA4878054E6}" destId="{8BA5F998-004E-4DBA-96EB-C384666AE099}" srcOrd="0" destOrd="0" presId="urn:microsoft.com/office/officeart/2005/8/layout/vList2"/>
    <dgm:cxn modelId="{DF742750-8B07-4949-8B20-F0E325EB5AB4}" type="presOf" srcId="{DC5B1800-764C-4677-A8ED-18A0B2DB9AAD}" destId="{0BB19581-4B37-4394-8107-6B6CDA03FBF1}" srcOrd="0" destOrd="0" presId="urn:microsoft.com/office/officeart/2005/8/layout/vList2"/>
    <dgm:cxn modelId="{54E2F28E-1487-46A8-81CD-7E86518F4E80}" srcId="{215FB341-BC87-4DE1-83ED-0030540C3AE3}" destId="{6E399D1F-66D3-4185-9B2C-98186EA56D86}" srcOrd="4" destOrd="0" parTransId="{46D1E979-F261-47F1-A2D2-90CC3FE8B8F7}" sibTransId="{C9C4749B-BCAD-4A02-8278-8A74E4F28ABF}"/>
    <dgm:cxn modelId="{F4FA3E94-1ABD-401E-AA2B-CDDC1E011911}" type="presOf" srcId="{3EB17DD9-9BBE-4C12-AA80-F972D9D57AB1}" destId="{7A23D590-9724-4167-ABCF-DEECB831D819}" srcOrd="0" destOrd="0" presId="urn:microsoft.com/office/officeart/2005/8/layout/vList2"/>
    <dgm:cxn modelId="{F2086D97-BF78-4256-9199-3E41AAF7A9F9}" srcId="{215FB341-BC87-4DE1-83ED-0030540C3AE3}" destId="{DC5B1800-764C-4677-A8ED-18A0B2DB9AAD}" srcOrd="1" destOrd="0" parTransId="{D35F11D4-E142-4419-8BBD-37C4DBB03865}" sibTransId="{928208B2-2761-45CD-8DD3-6C129EECA693}"/>
    <dgm:cxn modelId="{6671B0A0-F754-4E68-B43C-DFCB2FAB2F0C}" srcId="{215FB341-BC87-4DE1-83ED-0030540C3AE3}" destId="{3056294E-C734-409D-9751-E6F5126AE920}" srcOrd="2" destOrd="0" parTransId="{2C2AC6D5-239B-4782-AEDD-008376069912}" sibTransId="{D789AE8B-2315-4F46-932E-554A9133F7ED}"/>
    <dgm:cxn modelId="{5A2765A2-89E0-46B8-A4E7-9F20795D3156}" srcId="{215FB341-BC87-4DE1-83ED-0030540C3AE3}" destId="{6FA8C066-77AE-4AAA-AAB3-9BA4878054E6}" srcOrd="0" destOrd="0" parTransId="{E9FA0398-A6FF-4A43-B6D1-52F3CE995F71}" sibTransId="{BC524FDD-A14A-442F-B0BE-3FC00FE9CE41}"/>
    <dgm:cxn modelId="{18609CBC-4400-4B06-B1DC-5F8FFA2E9EEB}" type="presOf" srcId="{6E399D1F-66D3-4185-9B2C-98186EA56D86}" destId="{EE9B853D-D82D-4274-8186-CB86F4DF28A5}" srcOrd="0" destOrd="0" presId="urn:microsoft.com/office/officeart/2005/8/layout/vList2"/>
    <dgm:cxn modelId="{4A2F19C8-92F3-4249-A360-839D060B1B84}" srcId="{215FB341-BC87-4DE1-83ED-0030540C3AE3}" destId="{3EB17DD9-9BBE-4C12-AA80-F972D9D57AB1}" srcOrd="3" destOrd="0" parTransId="{9D53CA73-00A8-4ADE-8769-CEAFAE393D69}" sibTransId="{FC6370EF-5756-4518-AD9B-5C0563E285F0}"/>
    <dgm:cxn modelId="{C40833CC-2722-488B-BFE0-85DF76B3F84F}" type="presOf" srcId="{215FB341-BC87-4DE1-83ED-0030540C3AE3}" destId="{64D70049-29D8-4B19-9A72-27F85B6A05CD}" srcOrd="0" destOrd="0" presId="urn:microsoft.com/office/officeart/2005/8/layout/vList2"/>
    <dgm:cxn modelId="{7A034EDC-8A68-428E-9A31-9736DD75DD8C}" type="presOf" srcId="{B6698988-176F-46FB-9139-395D0BB6DC67}" destId="{46C74DFC-4657-4715-9462-E31713220CF0}" srcOrd="0" destOrd="0" presId="urn:microsoft.com/office/officeart/2005/8/layout/vList2"/>
    <dgm:cxn modelId="{85E96BF7-450B-47DC-93D9-24413DFE5AB9}" type="presOf" srcId="{3056294E-C734-409D-9751-E6F5126AE920}" destId="{E22C29FF-8366-4FE8-A7F4-DD84B165644E}" srcOrd="0" destOrd="0" presId="urn:microsoft.com/office/officeart/2005/8/layout/vList2"/>
    <dgm:cxn modelId="{D35937D4-D769-4BE2-9FC0-0DA9FC9E0598}" type="presParOf" srcId="{64D70049-29D8-4B19-9A72-27F85B6A05CD}" destId="{8BA5F998-004E-4DBA-96EB-C384666AE099}" srcOrd="0" destOrd="0" presId="urn:microsoft.com/office/officeart/2005/8/layout/vList2"/>
    <dgm:cxn modelId="{1EC53124-C293-4A87-A58C-92D211BFAD14}" type="presParOf" srcId="{64D70049-29D8-4B19-9A72-27F85B6A05CD}" destId="{201697E0-F3C6-44F7-969E-E84A78D742D1}" srcOrd="1" destOrd="0" presId="urn:microsoft.com/office/officeart/2005/8/layout/vList2"/>
    <dgm:cxn modelId="{9B303C27-D4D6-4106-82C0-EA829A0E4BAA}" type="presParOf" srcId="{64D70049-29D8-4B19-9A72-27F85B6A05CD}" destId="{0BB19581-4B37-4394-8107-6B6CDA03FBF1}" srcOrd="2" destOrd="0" presId="urn:microsoft.com/office/officeart/2005/8/layout/vList2"/>
    <dgm:cxn modelId="{99C59DC0-01ED-4311-90D8-E21000891A53}" type="presParOf" srcId="{64D70049-29D8-4B19-9A72-27F85B6A05CD}" destId="{F4FAB2DA-77A1-4D10-BB17-9F6AFE8F9CF5}" srcOrd="3" destOrd="0" presId="urn:microsoft.com/office/officeart/2005/8/layout/vList2"/>
    <dgm:cxn modelId="{56E7C487-1DF8-45C1-BC6A-4C6E5DFC7157}" type="presParOf" srcId="{64D70049-29D8-4B19-9A72-27F85B6A05CD}" destId="{E22C29FF-8366-4FE8-A7F4-DD84B165644E}" srcOrd="4" destOrd="0" presId="urn:microsoft.com/office/officeart/2005/8/layout/vList2"/>
    <dgm:cxn modelId="{AD06E2E1-C8EC-4589-96DF-D7E07954F56A}" type="presParOf" srcId="{64D70049-29D8-4B19-9A72-27F85B6A05CD}" destId="{1DC1E607-25B9-44CF-857F-09CDB4D1CAE8}" srcOrd="5" destOrd="0" presId="urn:microsoft.com/office/officeart/2005/8/layout/vList2"/>
    <dgm:cxn modelId="{3933BEF0-DFB5-40CA-B0DD-DA76824EF424}" type="presParOf" srcId="{64D70049-29D8-4B19-9A72-27F85B6A05CD}" destId="{7A23D590-9724-4167-ABCF-DEECB831D819}" srcOrd="6" destOrd="0" presId="urn:microsoft.com/office/officeart/2005/8/layout/vList2"/>
    <dgm:cxn modelId="{4A0B55E7-1E24-4277-9D3D-2FB884337574}" type="presParOf" srcId="{64D70049-29D8-4B19-9A72-27F85B6A05CD}" destId="{02DC14B4-E49C-4128-AE93-425659952595}" srcOrd="7" destOrd="0" presId="urn:microsoft.com/office/officeart/2005/8/layout/vList2"/>
    <dgm:cxn modelId="{4C9E2D89-C75D-4A0B-ABC9-5933DE3E1BA4}" type="presParOf" srcId="{64D70049-29D8-4B19-9A72-27F85B6A05CD}" destId="{EE9B853D-D82D-4274-8186-CB86F4DF28A5}" srcOrd="8" destOrd="0" presId="urn:microsoft.com/office/officeart/2005/8/layout/vList2"/>
    <dgm:cxn modelId="{C3B71C7A-F9B5-41EC-8D41-13EBE5890F6B}" type="presParOf" srcId="{64D70049-29D8-4B19-9A72-27F85B6A05CD}" destId="{CF1330F9-764F-48AC-BBC5-12E719392316}" srcOrd="9" destOrd="0" presId="urn:microsoft.com/office/officeart/2005/8/layout/vList2"/>
    <dgm:cxn modelId="{1ADECDF1-3A8C-4C36-8107-2853AC427CC2}" type="presParOf" srcId="{64D70049-29D8-4B19-9A72-27F85B6A05CD}" destId="{46C74DFC-4657-4715-9462-E31713220CF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757758-1586-4FB1-8028-27B4A4A5405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A3C7FDE-34E1-4CF7-B409-D7FBA683BEB1}">
      <dgm:prSet/>
      <dgm:spPr/>
      <dgm:t>
        <a:bodyPr/>
        <a:lstStyle/>
        <a:p>
          <a:r>
            <a:rPr lang="en-US"/>
            <a:t>• Total Images: 360+ images distributed across 3 sets</a:t>
          </a:r>
        </a:p>
      </dgm:t>
    </dgm:pt>
    <dgm:pt modelId="{AABA9433-99C6-49CA-BD2D-6744181859FB}" type="parTrans" cxnId="{F5830300-0EFD-4416-9CE2-765BD2CF7293}">
      <dgm:prSet/>
      <dgm:spPr/>
      <dgm:t>
        <a:bodyPr/>
        <a:lstStyle/>
        <a:p>
          <a:endParaRPr lang="en-US"/>
        </a:p>
      </dgm:t>
    </dgm:pt>
    <dgm:pt modelId="{243B9434-C154-4515-81FE-C99DCF8F7B5D}" type="sibTrans" cxnId="{F5830300-0EFD-4416-9CE2-765BD2CF7293}">
      <dgm:prSet/>
      <dgm:spPr/>
      <dgm:t>
        <a:bodyPr/>
        <a:lstStyle/>
        <a:p>
          <a:endParaRPr lang="en-US"/>
        </a:p>
      </dgm:t>
    </dgm:pt>
    <dgm:pt modelId="{9FD73C7D-4ED9-4F11-94A3-31BC287208AE}">
      <dgm:prSet/>
      <dgm:spPr/>
      <dgm:t>
        <a:bodyPr/>
        <a:lstStyle/>
        <a:p>
          <a:r>
            <a:rPr lang="en-US"/>
            <a:t>• Distribution:</a:t>
          </a:r>
        </a:p>
      </dgm:t>
    </dgm:pt>
    <dgm:pt modelId="{DD55E7B1-61FD-42B3-9170-A83FE3A3D4AE}" type="parTrans" cxnId="{E6228808-6F73-436A-B5F6-4F32CAB7F100}">
      <dgm:prSet/>
      <dgm:spPr/>
      <dgm:t>
        <a:bodyPr/>
        <a:lstStyle/>
        <a:p>
          <a:endParaRPr lang="en-US"/>
        </a:p>
      </dgm:t>
    </dgm:pt>
    <dgm:pt modelId="{5FCAB05B-4FE9-461E-8553-5B2F764489BE}" type="sibTrans" cxnId="{E6228808-6F73-436A-B5F6-4F32CAB7F100}">
      <dgm:prSet/>
      <dgm:spPr/>
      <dgm:t>
        <a:bodyPr/>
        <a:lstStyle/>
        <a:p>
          <a:endParaRPr lang="en-US"/>
        </a:p>
      </dgm:t>
    </dgm:pt>
    <dgm:pt modelId="{8AF3C24B-BE03-4A1F-90DC-C4EE4DED4001}">
      <dgm:prSet/>
      <dgm:spPr/>
      <dgm:t>
        <a:bodyPr/>
        <a:lstStyle/>
        <a:p>
          <a:r>
            <a:rPr lang="en-US"/>
            <a:t>- Training Set: ~200 images (used for model training)</a:t>
          </a:r>
        </a:p>
      </dgm:t>
    </dgm:pt>
    <dgm:pt modelId="{0D8DEC18-9806-4399-B2E3-F92528F1368D}" type="parTrans" cxnId="{D182D12F-0F7E-49CA-AAFE-3A7F3C833E0F}">
      <dgm:prSet/>
      <dgm:spPr/>
      <dgm:t>
        <a:bodyPr/>
        <a:lstStyle/>
        <a:p>
          <a:endParaRPr lang="en-US"/>
        </a:p>
      </dgm:t>
    </dgm:pt>
    <dgm:pt modelId="{A3F1DEC4-A496-4BE0-984D-AA45E0E01854}" type="sibTrans" cxnId="{D182D12F-0F7E-49CA-AAFE-3A7F3C833E0F}">
      <dgm:prSet/>
      <dgm:spPr/>
      <dgm:t>
        <a:bodyPr/>
        <a:lstStyle/>
        <a:p>
          <a:endParaRPr lang="en-US"/>
        </a:p>
      </dgm:t>
    </dgm:pt>
    <dgm:pt modelId="{581427A7-6054-4022-9933-B18C37DDA07F}">
      <dgm:prSet/>
      <dgm:spPr/>
      <dgm:t>
        <a:bodyPr/>
        <a:lstStyle/>
        <a:p>
          <a:r>
            <a:rPr lang="en-US"/>
            <a:t>- Validation Set: ~80 images (used for hyperparameter tuning)</a:t>
          </a:r>
        </a:p>
      </dgm:t>
    </dgm:pt>
    <dgm:pt modelId="{D2927494-D12E-4781-802F-6B768A23EBEB}" type="parTrans" cxnId="{FEF03422-5FD2-4963-8355-6034D7B12550}">
      <dgm:prSet/>
      <dgm:spPr/>
      <dgm:t>
        <a:bodyPr/>
        <a:lstStyle/>
        <a:p>
          <a:endParaRPr lang="en-US"/>
        </a:p>
      </dgm:t>
    </dgm:pt>
    <dgm:pt modelId="{4D66ABC5-5DBA-4868-8922-1F53048176BC}" type="sibTrans" cxnId="{FEF03422-5FD2-4963-8355-6034D7B12550}">
      <dgm:prSet/>
      <dgm:spPr/>
      <dgm:t>
        <a:bodyPr/>
        <a:lstStyle/>
        <a:p>
          <a:endParaRPr lang="en-US"/>
        </a:p>
      </dgm:t>
    </dgm:pt>
    <dgm:pt modelId="{F373208F-E59F-49A5-9AC5-DDF6EC738622}">
      <dgm:prSet/>
      <dgm:spPr/>
      <dgm:t>
        <a:bodyPr/>
        <a:lstStyle/>
        <a:p>
          <a:r>
            <a:rPr lang="en-US"/>
            <a:t>- Test Set: ~80 images (used for final evaluation)</a:t>
          </a:r>
        </a:p>
      </dgm:t>
    </dgm:pt>
    <dgm:pt modelId="{662A347C-48F1-4EF4-B8BF-6EC7DCB09FD2}" type="parTrans" cxnId="{E50E3A0D-FDBB-4968-8A65-5EC9BF3B79BF}">
      <dgm:prSet/>
      <dgm:spPr/>
      <dgm:t>
        <a:bodyPr/>
        <a:lstStyle/>
        <a:p>
          <a:endParaRPr lang="en-US"/>
        </a:p>
      </dgm:t>
    </dgm:pt>
    <dgm:pt modelId="{B6795C79-2407-4EAF-BBFE-BAABB8AB1576}" type="sibTrans" cxnId="{E50E3A0D-FDBB-4968-8A65-5EC9BF3B79BF}">
      <dgm:prSet/>
      <dgm:spPr/>
      <dgm:t>
        <a:bodyPr/>
        <a:lstStyle/>
        <a:p>
          <a:endParaRPr lang="en-US"/>
        </a:p>
      </dgm:t>
    </dgm:pt>
    <dgm:pt modelId="{E3ADCCEB-A9D4-4BF5-9B59-F1555E5DD10F}">
      <dgm:prSet/>
      <dgm:spPr/>
      <dgm:t>
        <a:bodyPr/>
        <a:lstStyle/>
        <a:p>
          <a:r>
            <a:rPr lang="en-US"/>
            <a:t>• Image Format: PNG images with various sizes</a:t>
          </a:r>
        </a:p>
      </dgm:t>
    </dgm:pt>
    <dgm:pt modelId="{C245E79E-E8FC-4B65-B76F-910DB2969EFD}" type="parTrans" cxnId="{DDB88753-7846-47AF-985F-1015C9862063}">
      <dgm:prSet/>
      <dgm:spPr/>
      <dgm:t>
        <a:bodyPr/>
        <a:lstStyle/>
        <a:p>
          <a:endParaRPr lang="en-US"/>
        </a:p>
      </dgm:t>
    </dgm:pt>
    <dgm:pt modelId="{FB40D22B-489D-46FE-9E98-FCFF30A1AACE}" type="sibTrans" cxnId="{DDB88753-7846-47AF-985F-1015C9862063}">
      <dgm:prSet/>
      <dgm:spPr/>
      <dgm:t>
        <a:bodyPr/>
        <a:lstStyle/>
        <a:p>
          <a:endParaRPr lang="en-US"/>
        </a:p>
      </dgm:t>
    </dgm:pt>
    <dgm:pt modelId="{AE8B37AB-D4CA-49B2-8236-89CBBF9DD106}">
      <dgm:prSet/>
      <dgm:spPr/>
      <dgm:t>
        <a:bodyPr/>
        <a:lstStyle/>
        <a:p>
          <a:r>
            <a:rPr lang="en-US"/>
            <a:t>• Classes: 12 celestial objects (balanced distribution)</a:t>
          </a:r>
        </a:p>
      </dgm:t>
    </dgm:pt>
    <dgm:pt modelId="{67494EBE-65B1-4E31-B8FB-217DEDAC5FA7}" type="parTrans" cxnId="{986E1BEF-6349-4AD5-ACE2-92C2BBA7A869}">
      <dgm:prSet/>
      <dgm:spPr/>
      <dgm:t>
        <a:bodyPr/>
        <a:lstStyle/>
        <a:p>
          <a:endParaRPr lang="en-US"/>
        </a:p>
      </dgm:t>
    </dgm:pt>
    <dgm:pt modelId="{4492FB52-5116-4B1A-AB15-60ABCA0C59C7}" type="sibTrans" cxnId="{986E1BEF-6349-4AD5-ACE2-92C2BBA7A869}">
      <dgm:prSet/>
      <dgm:spPr/>
      <dgm:t>
        <a:bodyPr/>
        <a:lstStyle/>
        <a:p>
          <a:endParaRPr lang="en-US"/>
        </a:p>
      </dgm:t>
    </dgm:pt>
    <dgm:pt modelId="{8F356F96-4B07-4DF6-83FA-B4217C5A16EE}" type="pres">
      <dgm:prSet presAssocID="{EC757758-1586-4FB1-8028-27B4A4A5405A}" presName="root" presStyleCnt="0">
        <dgm:presLayoutVars>
          <dgm:dir/>
          <dgm:resizeHandles val="exact"/>
        </dgm:presLayoutVars>
      </dgm:prSet>
      <dgm:spPr/>
    </dgm:pt>
    <dgm:pt modelId="{391A2B99-869A-4824-A0BA-F9B22F15FC22}" type="pres">
      <dgm:prSet presAssocID="{2A3C7FDE-34E1-4CF7-B409-D7FBA683BEB1}" presName="compNode" presStyleCnt="0"/>
      <dgm:spPr/>
    </dgm:pt>
    <dgm:pt modelId="{83D66A77-D871-4F0D-A5B9-5C16E646D23E}" type="pres">
      <dgm:prSet presAssocID="{2A3C7FDE-34E1-4CF7-B409-D7FBA683BEB1}" presName="bgRect" presStyleLbl="bgShp" presStyleIdx="0" presStyleCnt="7"/>
      <dgm:spPr/>
    </dgm:pt>
    <dgm:pt modelId="{7D2421CD-42C7-4F12-9B68-A8C554F6943A}" type="pres">
      <dgm:prSet presAssocID="{2A3C7FDE-34E1-4CF7-B409-D7FBA683BEB1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8086551A-D428-4A24-BBFE-1EB695FC149F}" type="pres">
      <dgm:prSet presAssocID="{2A3C7FDE-34E1-4CF7-B409-D7FBA683BEB1}" presName="spaceRect" presStyleCnt="0"/>
      <dgm:spPr/>
    </dgm:pt>
    <dgm:pt modelId="{D30969BE-1377-40AE-834C-136863F2C3E0}" type="pres">
      <dgm:prSet presAssocID="{2A3C7FDE-34E1-4CF7-B409-D7FBA683BEB1}" presName="parTx" presStyleLbl="revTx" presStyleIdx="0" presStyleCnt="7">
        <dgm:presLayoutVars>
          <dgm:chMax val="0"/>
          <dgm:chPref val="0"/>
        </dgm:presLayoutVars>
      </dgm:prSet>
      <dgm:spPr/>
    </dgm:pt>
    <dgm:pt modelId="{141A6FAC-BAD2-4C30-B23D-4D8F44BAA6E7}" type="pres">
      <dgm:prSet presAssocID="{243B9434-C154-4515-81FE-C99DCF8F7B5D}" presName="sibTrans" presStyleCnt="0"/>
      <dgm:spPr/>
    </dgm:pt>
    <dgm:pt modelId="{F050B9B6-1D17-4C73-9228-BFAA8AA0FF2F}" type="pres">
      <dgm:prSet presAssocID="{9FD73C7D-4ED9-4F11-94A3-31BC287208AE}" presName="compNode" presStyleCnt="0"/>
      <dgm:spPr/>
    </dgm:pt>
    <dgm:pt modelId="{9781998F-C090-47DA-9D10-EC9AA2667D4C}" type="pres">
      <dgm:prSet presAssocID="{9FD73C7D-4ED9-4F11-94A3-31BC287208AE}" presName="bgRect" presStyleLbl="bgShp" presStyleIdx="1" presStyleCnt="7"/>
      <dgm:spPr/>
    </dgm:pt>
    <dgm:pt modelId="{0F4AD454-2C1F-4F64-8D90-C82EDFD9E78C}" type="pres">
      <dgm:prSet presAssocID="{9FD73C7D-4ED9-4F11-94A3-31BC287208AE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8D21AFE9-F5A5-438F-9038-C0532B9CDFF0}" type="pres">
      <dgm:prSet presAssocID="{9FD73C7D-4ED9-4F11-94A3-31BC287208AE}" presName="spaceRect" presStyleCnt="0"/>
      <dgm:spPr/>
    </dgm:pt>
    <dgm:pt modelId="{9EBE71E6-906A-411A-B63D-7EAE6C9CFD8D}" type="pres">
      <dgm:prSet presAssocID="{9FD73C7D-4ED9-4F11-94A3-31BC287208AE}" presName="parTx" presStyleLbl="revTx" presStyleIdx="1" presStyleCnt="7">
        <dgm:presLayoutVars>
          <dgm:chMax val="0"/>
          <dgm:chPref val="0"/>
        </dgm:presLayoutVars>
      </dgm:prSet>
      <dgm:spPr/>
    </dgm:pt>
    <dgm:pt modelId="{2B600AA3-2EB8-43CB-9398-D7F88CA19964}" type="pres">
      <dgm:prSet presAssocID="{5FCAB05B-4FE9-461E-8553-5B2F764489BE}" presName="sibTrans" presStyleCnt="0"/>
      <dgm:spPr/>
    </dgm:pt>
    <dgm:pt modelId="{A44BA199-CC24-4659-B295-E255F8D657AA}" type="pres">
      <dgm:prSet presAssocID="{8AF3C24B-BE03-4A1F-90DC-C4EE4DED4001}" presName="compNode" presStyleCnt="0"/>
      <dgm:spPr/>
    </dgm:pt>
    <dgm:pt modelId="{0B4DC3D0-95D3-402C-95A0-C603AF489CF4}" type="pres">
      <dgm:prSet presAssocID="{8AF3C24B-BE03-4A1F-90DC-C4EE4DED4001}" presName="bgRect" presStyleLbl="bgShp" presStyleIdx="2" presStyleCnt="7"/>
      <dgm:spPr/>
    </dgm:pt>
    <dgm:pt modelId="{5A22E544-51BF-4EC6-94E3-0477FE461B29}" type="pres">
      <dgm:prSet presAssocID="{8AF3C24B-BE03-4A1F-90DC-C4EE4DED4001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D38E366-2716-4222-BB4D-0A3E81DA37E5}" type="pres">
      <dgm:prSet presAssocID="{8AF3C24B-BE03-4A1F-90DC-C4EE4DED4001}" presName="spaceRect" presStyleCnt="0"/>
      <dgm:spPr/>
    </dgm:pt>
    <dgm:pt modelId="{11C975FA-3623-4280-8597-886C7C835F98}" type="pres">
      <dgm:prSet presAssocID="{8AF3C24B-BE03-4A1F-90DC-C4EE4DED4001}" presName="parTx" presStyleLbl="revTx" presStyleIdx="2" presStyleCnt="7">
        <dgm:presLayoutVars>
          <dgm:chMax val="0"/>
          <dgm:chPref val="0"/>
        </dgm:presLayoutVars>
      </dgm:prSet>
      <dgm:spPr/>
    </dgm:pt>
    <dgm:pt modelId="{01E6A126-10D6-4975-BD3F-266899BCBE05}" type="pres">
      <dgm:prSet presAssocID="{A3F1DEC4-A496-4BE0-984D-AA45E0E01854}" presName="sibTrans" presStyleCnt="0"/>
      <dgm:spPr/>
    </dgm:pt>
    <dgm:pt modelId="{29308503-1B0A-45F6-B39F-7513833C15E0}" type="pres">
      <dgm:prSet presAssocID="{581427A7-6054-4022-9933-B18C37DDA07F}" presName="compNode" presStyleCnt="0"/>
      <dgm:spPr/>
    </dgm:pt>
    <dgm:pt modelId="{15FF6995-4E34-4CA3-B62A-1EC14754B522}" type="pres">
      <dgm:prSet presAssocID="{581427A7-6054-4022-9933-B18C37DDA07F}" presName="bgRect" presStyleLbl="bgShp" presStyleIdx="3" presStyleCnt="7"/>
      <dgm:spPr/>
    </dgm:pt>
    <dgm:pt modelId="{E94E9377-F64C-4A4E-B416-5E7FF8548308}" type="pres">
      <dgm:prSet presAssocID="{581427A7-6054-4022-9933-B18C37DDA07F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7B5E500E-F103-4674-B989-01CE1EC862C6}" type="pres">
      <dgm:prSet presAssocID="{581427A7-6054-4022-9933-B18C37DDA07F}" presName="spaceRect" presStyleCnt="0"/>
      <dgm:spPr/>
    </dgm:pt>
    <dgm:pt modelId="{178668B8-EAE9-43DD-A615-326B72368653}" type="pres">
      <dgm:prSet presAssocID="{581427A7-6054-4022-9933-B18C37DDA07F}" presName="parTx" presStyleLbl="revTx" presStyleIdx="3" presStyleCnt="7">
        <dgm:presLayoutVars>
          <dgm:chMax val="0"/>
          <dgm:chPref val="0"/>
        </dgm:presLayoutVars>
      </dgm:prSet>
      <dgm:spPr/>
    </dgm:pt>
    <dgm:pt modelId="{1533EE6C-076F-46B2-8822-690079A7A20A}" type="pres">
      <dgm:prSet presAssocID="{4D66ABC5-5DBA-4868-8922-1F53048176BC}" presName="sibTrans" presStyleCnt="0"/>
      <dgm:spPr/>
    </dgm:pt>
    <dgm:pt modelId="{F07791F6-9F71-40B6-B236-0FB5BF025788}" type="pres">
      <dgm:prSet presAssocID="{F373208F-E59F-49A5-9AC5-DDF6EC738622}" presName="compNode" presStyleCnt="0"/>
      <dgm:spPr/>
    </dgm:pt>
    <dgm:pt modelId="{7D632D9C-8CF5-4862-8B0E-2FF9A0D2A46C}" type="pres">
      <dgm:prSet presAssocID="{F373208F-E59F-49A5-9AC5-DDF6EC738622}" presName="bgRect" presStyleLbl="bgShp" presStyleIdx="4" presStyleCnt="7"/>
      <dgm:spPr/>
    </dgm:pt>
    <dgm:pt modelId="{3847781F-9CC0-4757-ACC9-62E77A6C4001}" type="pres">
      <dgm:prSet presAssocID="{F373208F-E59F-49A5-9AC5-DDF6EC738622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B88EE340-23D7-4964-A1A8-31D31C163DFD}" type="pres">
      <dgm:prSet presAssocID="{F373208F-E59F-49A5-9AC5-DDF6EC738622}" presName="spaceRect" presStyleCnt="0"/>
      <dgm:spPr/>
    </dgm:pt>
    <dgm:pt modelId="{A2009A55-EDD8-476B-89AF-B63FC09ACAE5}" type="pres">
      <dgm:prSet presAssocID="{F373208F-E59F-49A5-9AC5-DDF6EC738622}" presName="parTx" presStyleLbl="revTx" presStyleIdx="4" presStyleCnt="7">
        <dgm:presLayoutVars>
          <dgm:chMax val="0"/>
          <dgm:chPref val="0"/>
        </dgm:presLayoutVars>
      </dgm:prSet>
      <dgm:spPr/>
    </dgm:pt>
    <dgm:pt modelId="{3C200B67-B4E0-4938-A664-324DA601CD2F}" type="pres">
      <dgm:prSet presAssocID="{B6795C79-2407-4EAF-BBFE-BAABB8AB1576}" presName="sibTrans" presStyleCnt="0"/>
      <dgm:spPr/>
    </dgm:pt>
    <dgm:pt modelId="{572A16C7-6574-402C-B990-038FC2C0A599}" type="pres">
      <dgm:prSet presAssocID="{E3ADCCEB-A9D4-4BF5-9B59-F1555E5DD10F}" presName="compNode" presStyleCnt="0"/>
      <dgm:spPr/>
    </dgm:pt>
    <dgm:pt modelId="{DF40B8A3-492E-42F6-901B-AB42C046285A}" type="pres">
      <dgm:prSet presAssocID="{E3ADCCEB-A9D4-4BF5-9B59-F1555E5DD10F}" presName="bgRect" presStyleLbl="bgShp" presStyleIdx="5" presStyleCnt="7"/>
      <dgm:spPr/>
    </dgm:pt>
    <dgm:pt modelId="{55F49075-CFB3-471C-A801-731965A941B9}" type="pres">
      <dgm:prSet presAssocID="{E3ADCCEB-A9D4-4BF5-9B59-F1555E5DD10F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AF1CFE40-AB38-46FD-87F2-783CDAE8F323}" type="pres">
      <dgm:prSet presAssocID="{E3ADCCEB-A9D4-4BF5-9B59-F1555E5DD10F}" presName="spaceRect" presStyleCnt="0"/>
      <dgm:spPr/>
    </dgm:pt>
    <dgm:pt modelId="{BF234812-2CE9-473B-9115-F865C2BDBF5D}" type="pres">
      <dgm:prSet presAssocID="{E3ADCCEB-A9D4-4BF5-9B59-F1555E5DD10F}" presName="parTx" presStyleLbl="revTx" presStyleIdx="5" presStyleCnt="7">
        <dgm:presLayoutVars>
          <dgm:chMax val="0"/>
          <dgm:chPref val="0"/>
        </dgm:presLayoutVars>
      </dgm:prSet>
      <dgm:spPr/>
    </dgm:pt>
    <dgm:pt modelId="{6D13096C-F928-480B-9AE2-6273510F3074}" type="pres">
      <dgm:prSet presAssocID="{FB40D22B-489D-46FE-9E98-FCFF30A1AACE}" presName="sibTrans" presStyleCnt="0"/>
      <dgm:spPr/>
    </dgm:pt>
    <dgm:pt modelId="{5EEFB7C4-FC42-4B12-B50E-4C929DE05FFF}" type="pres">
      <dgm:prSet presAssocID="{AE8B37AB-D4CA-49B2-8236-89CBBF9DD106}" presName="compNode" presStyleCnt="0"/>
      <dgm:spPr/>
    </dgm:pt>
    <dgm:pt modelId="{A7407393-EF10-4121-AFFB-EC07F944783C}" type="pres">
      <dgm:prSet presAssocID="{AE8B37AB-D4CA-49B2-8236-89CBBF9DD106}" presName="bgRect" presStyleLbl="bgShp" presStyleIdx="6" presStyleCnt="7"/>
      <dgm:spPr/>
    </dgm:pt>
    <dgm:pt modelId="{64E6B4FE-A9C4-4FFF-B3F5-DAFCE5E9CD2D}" type="pres">
      <dgm:prSet presAssocID="{AE8B37AB-D4CA-49B2-8236-89CBBF9DD106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F19A1C3B-707F-4190-BF3F-AD923059922E}" type="pres">
      <dgm:prSet presAssocID="{AE8B37AB-D4CA-49B2-8236-89CBBF9DD106}" presName="spaceRect" presStyleCnt="0"/>
      <dgm:spPr/>
    </dgm:pt>
    <dgm:pt modelId="{42272A8B-4308-4EE5-8E76-E3BABADB1206}" type="pres">
      <dgm:prSet presAssocID="{AE8B37AB-D4CA-49B2-8236-89CBBF9DD106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5830300-0EFD-4416-9CE2-765BD2CF7293}" srcId="{EC757758-1586-4FB1-8028-27B4A4A5405A}" destId="{2A3C7FDE-34E1-4CF7-B409-D7FBA683BEB1}" srcOrd="0" destOrd="0" parTransId="{AABA9433-99C6-49CA-BD2D-6744181859FB}" sibTransId="{243B9434-C154-4515-81FE-C99DCF8F7B5D}"/>
    <dgm:cxn modelId="{E6228808-6F73-436A-B5F6-4F32CAB7F100}" srcId="{EC757758-1586-4FB1-8028-27B4A4A5405A}" destId="{9FD73C7D-4ED9-4F11-94A3-31BC287208AE}" srcOrd="1" destOrd="0" parTransId="{DD55E7B1-61FD-42B3-9170-A83FE3A3D4AE}" sibTransId="{5FCAB05B-4FE9-461E-8553-5B2F764489BE}"/>
    <dgm:cxn modelId="{E50E3A0D-FDBB-4968-8A65-5EC9BF3B79BF}" srcId="{EC757758-1586-4FB1-8028-27B4A4A5405A}" destId="{F373208F-E59F-49A5-9AC5-DDF6EC738622}" srcOrd="4" destOrd="0" parTransId="{662A347C-48F1-4EF4-B8BF-6EC7DCB09FD2}" sibTransId="{B6795C79-2407-4EAF-BBFE-BAABB8AB1576}"/>
    <dgm:cxn modelId="{F6F17615-DF7A-48BA-9732-46635E68967B}" type="presOf" srcId="{2A3C7FDE-34E1-4CF7-B409-D7FBA683BEB1}" destId="{D30969BE-1377-40AE-834C-136863F2C3E0}" srcOrd="0" destOrd="0" presId="urn:microsoft.com/office/officeart/2018/2/layout/IconVerticalSolidList"/>
    <dgm:cxn modelId="{FEF03422-5FD2-4963-8355-6034D7B12550}" srcId="{EC757758-1586-4FB1-8028-27B4A4A5405A}" destId="{581427A7-6054-4022-9933-B18C37DDA07F}" srcOrd="3" destOrd="0" parTransId="{D2927494-D12E-4781-802F-6B768A23EBEB}" sibTransId="{4D66ABC5-5DBA-4868-8922-1F53048176BC}"/>
    <dgm:cxn modelId="{D182D12F-0F7E-49CA-AAFE-3A7F3C833E0F}" srcId="{EC757758-1586-4FB1-8028-27B4A4A5405A}" destId="{8AF3C24B-BE03-4A1F-90DC-C4EE4DED4001}" srcOrd="2" destOrd="0" parTransId="{0D8DEC18-9806-4399-B2E3-F92528F1368D}" sibTransId="{A3F1DEC4-A496-4BE0-984D-AA45E0E01854}"/>
    <dgm:cxn modelId="{A5600A6A-73CE-4B26-A8C9-7FECBA034D8E}" type="presOf" srcId="{581427A7-6054-4022-9933-B18C37DDA07F}" destId="{178668B8-EAE9-43DD-A615-326B72368653}" srcOrd="0" destOrd="0" presId="urn:microsoft.com/office/officeart/2018/2/layout/IconVerticalSolidList"/>
    <dgm:cxn modelId="{65F8374C-5F3E-46A9-850A-B7193EDAB6F0}" type="presOf" srcId="{AE8B37AB-D4CA-49B2-8236-89CBBF9DD106}" destId="{42272A8B-4308-4EE5-8E76-E3BABADB1206}" srcOrd="0" destOrd="0" presId="urn:microsoft.com/office/officeart/2018/2/layout/IconVerticalSolidList"/>
    <dgm:cxn modelId="{00533A4E-0BE0-46FA-B6E2-D030BC0D1380}" type="presOf" srcId="{E3ADCCEB-A9D4-4BF5-9B59-F1555E5DD10F}" destId="{BF234812-2CE9-473B-9115-F865C2BDBF5D}" srcOrd="0" destOrd="0" presId="urn:microsoft.com/office/officeart/2018/2/layout/IconVerticalSolidList"/>
    <dgm:cxn modelId="{DDB88753-7846-47AF-985F-1015C9862063}" srcId="{EC757758-1586-4FB1-8028-27B4A4A5405A}" destId="{E3ADCCEB-A9D4-4BF5-9B59-F1555E5DD10F}" srcOrd="5" destOrd="0" parTransId="{C245E79E-E8FC-4B65-B76F-910DB2969EFD}" sibTransId="{FB40D22B-489D-46FE-9E98-FCFF30A1AACE}"/>
    <dgm:cxn modelId="{53CC5A9A-770A-461D-BD17-84E64386963F}" type="presOf" srcId="{8AF3C24B-BE03-4A1F-90DC-C4EE4DED4001}" destId="{11C975FA-3623-4280-8597-886C7C835F98}" srcOrd="0" destOrd="0" presId="urn:microsoft.com/office/officeart/2018/2/layout/IconVerticalSolidList"/>
    <dgm:cxn modelId="{473501BD-024D-411E-BD2A-45159299BE8C}" type="presOf" srcId="{F373208F-E59F-49A5-9AC5-DDF6EC738622}" destId="{A2009A55-EDD8-476B-89AF-B63FC09ACAE5}" srcOrd="0" destOrd="0" presId="urn:microsoft.com/office/officeart/2018/2/layout/IconVerticalSolidList"/>
    <dgm:cxn modelId="{986E1BEF-6349-4AD5-ACE2-92C2BBA7A869}" srcId="{EC757758-1586-4FB1-8028-27B4A4A5405A}" destId="{AE8B37AB-D4CA-49B2-8236-89CBBF9DD106}" srcOrd="6" destOrd="0" parTransId="{67494EBE-65B1-4E31-B8FB-217DEDAC5FA7}" sibTransId="{4492FB52-5116-4B1A-AB15-60ABCA0C59C7}"/>
    <dgm:cxn modelId="{C2220AFC-44D7-4753-BD6F-64463BAE34FB}" type="presOf" srcId="{9FD73C7D-4ED9-4F11-94A3-31BC287208AE}" destId="{9EBE71E6-906A-411A-B63D-7EAE6C9CFD8D}" srcOrd="0" destOrd="0" presId="urn:microsoft.com/office/officeart/2018/2/layout/IconVerticalSolidList"/>
    <dgm:cxn modelId="{1F897DFC-E122-4543-AD48-5ED960963BCC}" type="presOf" srcId="{EC757758-1586-4FB1-8028-27B4A4A5405A}" destId="{8F356F96-4B07-4DF6-83FA-B4217C5A16EE}" srcOrd="0" destOrd="0" presId="urn:microsoft.com/office/officeart/2018/2/layout/IconVerticalSolidList"/>
    <dgm:cxn modelId="{60F98900-F599-4242-9F21-21947A2B940B}" type="presParOf" srcId="{8F356F96-4B07-4DF6-83FA-B4217C5A16EE}" destId="{391A2B99-869A-4824-A0BA-F9B22F15FC22}" srcOrd="0" destOrd="0" presId="urn:microsoft.com/office/officeart/2018/2/layout/IconVerticalSolidList"/>
    <dgm:cxn modelId="{10787FF0-5CD2-4CE0-8D90-EBBE3CF29334}" type="presParOf" srcId="{391A2B99-869A-4824-A0BA-F9B22F15FC22}" destId="{83D66A77-D871-4F0D-A5B9-5C16E646D23E}" srcOrd="0" destOrd="0" presId="urn:microsoft.com/office/officeart/2018/2/layout/IconVerticalSolidList"/>
    <dgm:cxn modelId="{2AC596C7-E9D0-4D04-A9A1-36563369EDEA}" type="presParOf" srcId="{391A2B99-869A-4824-A0BA-F9B22F15FC22}" destId="{7D2421CD-42C7-4F12-9B68-A8C554F6943A}" srcOrd="1" destOrd="0" presId="urn:microsoft.com/office/officeart/2018/2/layout/IconVerticalSolidList"/>
    <dgm:cxn modelId="{66AA957C-B969-4C21-BAA2-A9AA29B21024}" type="presParOf" srcId="{391A2B99-869A-4824-A0BA-F9B22F15FC22}" destId="{8086551A-D428-4A24-BBFE-1EB695FC149F}" srcOrd="2" destOrd="0" presId="urn:microsoft.com/office/officeart/2018/2/layout/IconVerticalSolidList"/>
    <dgm:cxn modelId="{06C5FA20-8BCE-41DD-AF3D-E3FFFA383322}" type="presParOf" srcId="{391A2B99-869A-4824-A0BA-F9B22F15FC22}" destId="{D30969BE-1377-40AE-834C-136863F2C3E0}" srcOrd="3" destOrd="0" presId="urn:microsoft.com/office/officeart/2018/2/layout/IconVerticalSolidList"/>
    <dgm:cxn modelId="{24C544EC-58ED-4ABB-829C-0A6A74DBB99A}" type="presParOf" srcId="{8F356F96-4B07-4DF6-83FA-B4217C5A16EE}" destId="{141A6FAC-BAD2-4C30-B23D-4D8F44BAA6E7}" srcOrd="1" destOrd="0" presId="urn:microsoft.com/office/officeart/2018/2/layout/IconVerticalSolidList"/>
    <dgm:cxn modelId="{C778EDF7-599E-4326-AF05-BC052A77B29B}" type="presParOf" srcId="{8F356F96-4B07-4DF6-83FA-B4217C5A16EE}" destId="{F050B9B6-1D17-4C73-9228-BFAA8AA0FF2F}" srcOrd="2" destOrd="0" presId="urn:microsoft.com/office/officeart/2018/2/layout/IconVerticalSolidList"/>
    <dgm:cxn modelId="{01F39B59-79EC-42F9-ACE7-217B6E3039AD}" type="presParOf" srcId="{F050B9B6-1D17-4C73-9228-BFAA8AA0FF2F}" destId="{9781998F-C090-47DA-9D10-EC9AA2667D4C}" srcOrd="0" destOrd="0" presId="urn:microsoft.com/office/officeart/2018/2/layout/IconVerticalSolidList"/>
    <dgm:cxn modelId="{350413B3-AD7B-48C9-948E-19F3EBFEA89E}" type="presParOf" srcId="{F050B9B6-1D17-4C73-9228-BFAA8AA0FF2F}" destId="{0F4AD454-2C1F-4F64-8D90-C82EDFD9E78C}" srcOrd="1" destOrd="0" presId="urn:microsoft.com/office/officeart/2018/2/layout/IconVerticalSolidList"/>
    <dgm:cxn modelId="{B8F87352-5684-451F-93FC-01A007F1F848}" type="presParOf" srcId="{F050B9B6-1D17-4C73-9228-BFAA8AA0FF2F}" destId="{8D21AFE9-F5A5-438F-9038-C0532B9CDFF0}" srcOrd="2" destOrd="0" presId="urn:microsoft.com/office/officeart/2018/2/layout/IconVerticalSolidList"/>
    <dgm:cxn modelId="{4248826D-33DB-4EA1-A088-DDE1612402B9}" type="presParOf" srcId="{F050B9B6-1D17-4C73-9228-BFAA8AA0FF2F}" destId="{9EBE71E6-906A-411A-B63D-7EAE6C9CFD8D}" srcOrd="3" destOrd="0" presId="urn:microsoft.com/office/officeart/2018/2/layout/IconVerticalSolidList"/>
    <dgm:cxn modelId="{55843181-20BA-4948-8AE8-7183D8F3450C}" type="presParOf" srcId="{8F356F96-4B07-4DF6-83FA-B4217C5A16EE}" destId="{2B600AA3-2EB8-43CB-9398-D7F88CA19964}" srcOrd="3" destOrd="0" presId="urn:microsoft.com/office/officeart/2018/2/layout/IconVerticalSolidList"/>
    <dgm:cxn modelId="{E832F885-4F50-4C3B-870B-03509AC4CC51}" type="presParOf" srcId="{8F356F96-4B07-4DF6-83FA-B4217C5A16EE}" destId="{A44BA199-CC24-4659-B295-E255F8D657AA}" srcOrd="4" destOrd="0" presId="urn:microsoft.com/office/officeart/2018/2/layout/IconVerticalSolidList"/>
    <dgm:cxn modelId="{48DB84FC-4441-4518-BF5E-F2A8639D7B84}" type="presParOf" srcId="{A44BA199-CC24-4659-B295-E255F8D657AA}" destId="{0B4DC3D0-95D3-402C-95A0-C603AF489CF4}" srcOrd="0" destOrd="0" presId="urn:microsoft.com/office/officeart/2018/2/layout/IconVerticalSolidList"/>
    <dgm:cxn modelId="{95192BA7-2AEB-47E7-A843-B45B73E7FDD2}" type="presParOf" srcId="{A44BA199-CC24-4659-B295-E255F8D657AA}" destId="{5A22E544-51BF-4EC6-94E3-0477FE461B29}" srcOrd="1" destOrd="0" presId="urn:microsoft.com/office/officeart/2018/2/layout/IconVerticalSolidList"/>
    <dgm:cxn modelId="{E02C99BC-ABF6-4D3F-B404-EE6DED8A75E8}" type="presParOf" srcId="{A44BA199-CC24-4659-B295-E255F8D657AA}" destId="{5D38E366-2716-4222-BB4D-0A3E81DA37E5}" srcOrd="2" destOrd="0" presId="urn:microsoft.com/office/officeart/2018/2/layout/IconVerticalSolidList"/>
    <dgm:cxn modelId="{379CBC07-0F14-476A-A4DE-9209DEB0D6E7}" type="presParOf" srcId="{A44BA199-CC24-4659-B295-E255F8D657AA}" destId="{11C975FA-3623-4280-8597-886C7C835F98}" srcOrd="3" destOrd="0" presId="urn:microsoft.com/office/officeart/2018/2/layout/IconVerticalSolidList"/>
    <dgm:cxn modelId="{5E083BFF-59AE-42A8-BEDC-1F016080A9FA}" type="presParOf" srcId="{8F356F96-4B07-4DF6-83FA-B4217C5A16EE}" destId="{01E6A126-10D6-4975-BD3F-266899BCBE05}" srcOrd="5" destOrd="0" presId="urn:microsoft.com/office/officeart/2018/2/layout/IconVerticalSolidList"/>
    <dgm:cxn modelId="{A5508158-8AC9-413B-AE82-782855C5DE0E}" type="presParOf" srcId="{8F356F96-4B07-4DF6-83FA-B4217C5A16EE}" destId="{29308503-1B0A-45F6-B39F-7513833C15E0}" srcOrd="6" destOrd="0" presId="urn:microsoft.com/office/officeart/2018/2/layout/IconVerticalSolidList"/>
    <dgm:cxn modelId="{CCA838A0-FDA6-41AC-A011-8720006DD736}" type="presParOf" srcId="{29308503-1B0A-45F6-B39F-7513833C15E0}" destId="{15FF6995-4E34-4CA3-B62A-1EC14754B522}" srcOrd="0" destOrd="0" presId="urn:microsoft.com/office/officeart/2018/2/layout/IconVerticalSolidList"/>
    <dgm:cxn modelId="{34FFBFA6-7F06-4BEA-9339-2DFC9504FAF2}" type="presParOf" srcId="{29308503-1B0A-45F6-B39F-7513833C15E0}" destId="{E94E9377-F64C-4A4E-B416-5E7FF8548308}" srcOrd="1" destOrd="0" presId="urn:microsoft.com/office/officeart/2018/2/layout/IconVerticalSolidList"/>
    <dgm:cxn modelId="{FC0455CB-5704-4641-B8B0-E078FD1B0140}" type="presParOf" srcId="{29308503-1B0A-45F6-B39F-7513833C15E0}" destId="{7B5E500E-F103-4674-B989-01CE1EC862C6}" srcOrd="2" destOrd="0" presId="urn:microsoft.com/office/officeart/2018/2/layout/IconVerticalSolidList"/>
    <dgm:cxn modelId="{94072962-60EC-4A39-AA20-349AB8908AA1}" type="presParOf" srcId="{29308503-1B0A-45F6-B39F-7513833C15E0}" destId="{178668B8-EAE9-43DD-A615-326B72368653}" srcOrd="3" destOrd="0" presId="urn:microsoft.com/office/officeart/2018/2/layout/IconVerticalSolidList"/>
    <dgm:cxn modelId="{084BFAF9-E5F4-4C84-A18C-B7C3FD7C253E}" type="presParOf" srcId="{8F356F96-4B07-4DF6-83FA-B4217C5A16EE}" destId="{1533EE6C-076F-46B2-8822-690079A7A20A}" srcOrd="7" destOrd="0" presId="urn:microsoft.com/office/officeart/2018/2/layout/IconVerticalSolidList"/>
    <dgm:cxn modelId="{965BA01F-7227-45A3-ADA7-C0B78CE9C62A}" type="presParOf" srcId="{8F356F96-4B07-4DF6-83FA-B4217C5A16EE}" destId="{F07791F6-9F71-40B6-B236-0FB5BF025788}" srcOrd="8" destOrd="0" presId="urn:microsoft.com/office/officeart/2018/2/layout/IconVerticalSolidList"/>
    <dgm:cxn modelId="{C1C3F25B-8EC3-46B7-B731-03F63FDD64F6}" type="presParOf" srcId="{F07791F6-9F71-40B6-B236-0FB5BF025788}" destId="{7D632D9C-8CF5-4862-8B0E-2FF9A0D2A46C}" srcOrd="0" destOrd="0" presId="urn:microsoft.com/office/officeart/2018/2/layout/IconVerticalSolidList"/>
    <dgm:cxn modelId="{7A57FC26-9599-4E0B-93BA-3DB79C567BC8}" type="presParOf" srcId="{F07791F6-9F71-40B6-B236-0FB5BF025788}" destId="{3847781F-9CC0-4757-ACC9-62E77A6C4001}" srcOrd="1" destOrd="0" presId="urn:microsoft.com/office/officeart/2018/2/layout/IconVerticalSolidList"/>
    <dgm:cxn modelId="{134073BC-F44D-4874-A0E9-58B1BCBF7EC7}" type="presParOf" srcId="{F07791F6-9F71-40B6-B236-0FB5BF025788}" destId="{B88EE340-23D7-4964-A1A8-31D31C163DFD}" srcOrd="2" destOrd="0" presId="urn:microsoft.com/office/officeart/2018/2/layout/IconVerticalSolidList"/>
    <dgm:cxn modelId="{66FB09AD-1BD7-4C4F-A945-3CAEE1EDC846}" type="presParOf" srcId="{F07791F6-9F71-40B6-B236-0FB5BF025788}" destId="{A2009A55-EDD8-476B-89AF-B63FC09ACAE5}" srcOrd="3" destOrd="0" presId="urn:microsoft.com/office/officeart/2018/2/layout/IconVerticalSolidList"/>
    <dgm:cxn modelId="{6A02D967-8EED-4B93-9565-5894687991BE}" type="presParOf" srcId="{8F356F96-4B07-4DF6-83FA-B4217C5A16EE}" destId="{3C200B67-B4E0-4938-A664-324DA601CD2F}" srcOrd="9" destOrd="0" presId="urn:microsoft.com/office/officeart/2018/2/layout/IconVerticalSolidList"/>
    <dgm:cxn modelId="{6BD9B159-4E2D-41A5-A571-205DD39BEF55}" type="presParOf" srcId="{8F356F96-4B07-4DF6-83FA-B4217C5A16EE}" destId="{572A16C7-6574-402C-B990-038FC2C0A599}" srcOrd="10" destOrd="0" presId="urn:microsoft.com/office/officeart/2018/2/layout/IconVerticalSolidList"/>
    <dgm:cxn modelId="{4CC9F59A-8816-49FC-9F2A-983C334E7B38}" type="presParOf" srcId="{572A16C7-6574-402C-B990-038FC2C0A599}" destId="{DF40B8A3-492E-42F6-901B-AB42C046285A}" srcOrd="0" destOrd="0" presId="urn:microsoft.com/office/officeart/2018/2/layout/IconVerticalSolidList"/>
    <dgm:cxn modelId="{1D778EB8-2865-45D8-9BBC-488BD9EEAA29}" type="presParOf" srcId="{572A16C7-6574-402C-B990-038FC2C0A599}" destId="{55F49075-CFB3-471C-A801-731965A941B9}" srcOrd="1" destOrd="0" presId="urn:microsoft.com/office/officeart/2018/2/layout/IconVerticalSolidList"/>
    <dgm:cxn modelId="{5DE8099E-318B-4935-9CD4-68A07448B669}" type="presParOf" srcId="{572A16C7-6574-402C-B990-038FC2C0A599}" destId="{AF1CFE40-AB38-46FD-87F2-783CDAE8F323}" srcOrd="2" destOrd="0" presId="urn:microsoft.com/office/officeart/2018/2/layout/IconVerticalSolidList"/>
    <dgm:cxn modelId="{79F19EB4-693E-41B2-AEE4-DCE9A73CF37D}" type="presParOf" srcId="{572A16C7-6574-402C-B990-038FC2C0A599}" destId="{BF234812-2CE9-473B-9115-F865C2BDBF5D}" srcOrd="3" destOrd="0" presId="urn:microsoft.com/office/officeart/2018/2/layout/IconVerticalSolidList"/>
    <dgm:cxn modelId="{907D7756-11F1-4301-9ADC-9E6FE2B154FE}" type="presParOf" srcId="{8F356F96-4B07-4DF6-83FA-B4217C5A16EE}" destId="{6D13096C-F928-480B-9AE2-6273510F3074}" srcOrd="11" destOrd="0" presId="urn:microsoft.com/office/officeart/2018/2/layout/IconVerticalSolidList"/>
    <dgm:cxn modelId="{EBAA3475-9A2E-4F61-96E7-2A6CC24D9A45}" type="presParOf" srcId="{8F356F96-4B07-4DF6-83FA-B4217C5A16EE}" destId="{5EEFB7C4-FC42-4B12-B50E-4C929DE05FFF}" srcOrd="12" destOrd="0" presId="urn:microsoft.com/office/officeart/2018/2/layout/IconVerticalSolidList"/>
    <dgm:cxn modelId="{5B90A5D3-86C9-4B6E-AF41-10892DA64BB4}" type="presParOf" srcId="{5EEFB7C4-FC42-4B12-B50E-4C929DE05FFF}" destId="{A7407393-EF10-4121-AFFB-EC07F944783C}" srcOrd="0" destOrd="0" presId="urn:microsoft.com/office/officeart/2018/2/layout/IconVerticalSolidList"/>
    <dgm:cxn modelId="{A50A3FA9-954B-463D-8A1C-58EBBB85C3DE}" type="presParOf" srcId="{5EEFB7C4-FC42-4B12-B50E-4C929DE05FFF}" destId="{64E6B4FE-A9C4-4FFF-B3F5-DAFCE5E9CD2D}" srcOrd="1" destOrd="0" presId="urn:microsoft.com/office/officeart/2018/2/layout/IconVerticalSolidList"/>
    <dgm:cxn modelId="{A38CAD94-2690-4F30-84EB-2B265F4F7E6F}" type="presParOf" srcId="{5EEFB7C4-FC42-4B12-B50E-4C929DE05FFF}" destId="{F19A1C3B-707F-4190-BF3F-AD923059922E}" srcOrd="2" destOrd="0" presId="urn:microsoft.com/office/officeart/2018/2/layout/IconVerticalSolidList"/>
    <dgm:cxn modelId="{4C0CC034-0930-4788-A44E-B86549327B62}" type="presParOf" srcId="{5EEFB7C4-FC42-4B12-B50E-4C929DE05FFF}" destId="{42272A8B-4308-4EE5-8E76-E3BABADB12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006253-1D1B-4723-AE61-B092B67C9A07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3B1621-EA1B-49A1-9D5C-EF805F41E619}">
      <dgm:prSet/>
      <dgm:spPr/>
      <dgm:t>
        <a:bodyPr/>
        <a:lstStyle/>
        <a:p>
          <a:r>
            <a:rPr lang="en-US"/>
            <a:t>Phase 1: Data Loading</a:t>
          </a:r>
        </a:p>
      </dgm:t>
    </dgm:pt>
    <dgm:pt modelId="{51789662-AE75-4D41-A222-1D3903F07778}" type="parTrans" cxnId="{B8A48D0E-B4A6-4573-A141-942D94475DD2}">
      <dgm:prSet/>
      <dgm:spPr/>
      <dgm:t>
        <a:bodyPr/>
        <a:lstStyle/>
        <a:p>
          <a:endParaRPr lang="en-US"/>
        </a:p>
      </dgm:t>
    </dgm:pt>
    <dgm:pt modelId="{86D38A56-C2B7-4B08-A858-223060F9F9A9}" type="sibTrans" cxnId="{B8A48D0E-B4A6-4573-A141-942D94475DD2}">
      <dgm:prSet/>
      <dgm:spPr/>
      <dgm:t>
        <a:bodyPr/>
        <a:lstStyle/>
        <a:p>
          <a:endParaRPr lang="en-US"/>
        </a:p>
      </dgm:t>
    </dgm:pt>
    <dgm:pt modelId="{1381F166-FCDA-4963-90D6-9261F99062D1}">
      <dgm:prSet/>
      <dgm:spPr/>
      <dgm:t>
        <a:bodyPr/>
        <a:lstStyle/>
        <a:p>
          <a:r>
            <a:rPr lang="en-US"/>
            <a:t>Image → Resize → Augment → Normalize → Tensor</a:t>
          </a:r>
        </a:p>
      </dgm:t>
    </dgm:pt>
    <dgm:pt modelId="{A91007AE-7886-48EC-8A75-58CC56F56269}" type="parTrans" cxnId="{0BC1ECD7-1B7A-4503-8976-8CC780AB9916}">
      <dgm:prSet/>
      <dgm:spPr/>
      <dgm:t>
        <a:bodyPr/>
        <a:lstStyle/>
        <a:p>
          <a:endParaRPr lang="en-US"/>
        </a:p>
      </dgm:t>
    </dgm:pt>
    <dgm:pt modelId="{584A6A73-361B-4603-A934-FD14CF89B1C4}" type="sibTrans" cxnId="{0BC1ECD7-1B7A-4503-8976-8CC780AB9916}">
      <dgm:prSet/>
      <dgm:spPr/>
      <dgm:t>
        <a:bodyPr/>
        <a:lstStyle/>
        <a:p>
          <a:endParaRPr lang="en-US"/>
        </a:p>
      </dgm:t>
    </dgm:pt>
    <dgm:pt modelId="{18FC3121-2CAA-4985-8148-BE53FFC8DE02}">
      <dgm:prSet/>
      <dgm:spPr/>
      <dgm:t>
        <a:bodyPr/>
        <a:lstStyle/>
        <a:p>
          <a:r>
            <a:rPr lang="en-US"/>
            <a:t>Phase 2: Optuna Optimization (100 trials)</a:t>
          </a:r>
        </a:p>
      </dgm:t>
    </dgm:pt>
    <dgm:pt modelId="{A04D03EE-D2CC-41E4-98D4-9AB1BFC7FA1C}" type="parTrans" cxnId="{384F3DBD-945F-41BD-82FA-A304E14436E9}">
      <dgm:prSet/>
      <dgm:spPr/>
      <dgm:t>
        <a:bodyPr/>
        <a:lstStyle/>
        <a:p>
          <a:endParaRPr lang="en-US"/>
        </a:p>
      </dgm:t>
    </dgm:pt>
    <dgm:pt modelId="{AD5F47A7-15CB-4507-BEEA-7858C095AD3A}" type="sibTrans" cxnId="{384F3DBD-945F-41BD-82FA-A304E14436E9}">
      <dgm:prSet/>
      <dgm:spPr/>
      <dgm:t>
        <a:bodyPr/>
        <a:lstStyle/>
        <a:p>
          <a:endParaRPr lang="en-US"/>
        </a:p>
      </dgm:t>
    </dgm:pt>
    <dgm:pt modelId="{67C7AA67-00AA-4A94-BAC8-45AC86E3A78D}">
      <dgm:prSet/>
      <dgm:spPr/>
      <dgm:t>
        <a:bodyPr/>
        <a:lstStyle/>
        <a:p>
          <a:r>
            <a:rPr lang="en-US"/>
            <a:t>Suggest params → Create DataLoaders → Train 50 epochs → Return loss</a:t>
          </a:r>
        </a:p>
      </dgm:t>
    </dgm:pt>
    <dgm:pt modelId="{37DCA491-09CF-487A-B6B5-7AF2E3181DA4}" type="parTrans" cxnId="{1EB2E2C4-E9E4-40DD-B4EA-8D2D0DD40D55}">
      <dgm:prSet/>
      <dgm:spPr/>
      <dgm:t>
        <a:bodyPr/>
        <a:lstStyle/>
        <a:p>
          <a:endParaRPr lang="en-US"/>
        </a:p>
      </dgm:t>
    </dgm:pt>
    <dgm:pt modelId="{30833561-267E-4D37-9BF6-A8F7209D5EBE}" type="sibTrans" cxnId="{1EB2E2C4-E9E4-40DD-B4EA-8D2D0DD40D55}">
      <dgm:prSet/>
      <dgm:spPr/>
      <dgm:t>
        <a:bodyPr/>
        <a:lstStyle/>
        <a:p>
          <a:endParaRPr lang="en-US"/>
        </a:p>
      </dgm:t>
    </dgm:pt>
    <dgm:pt modelId="{ED2E0D3C-4A44-4379-B276-C40817016350}">
      <dgm:prSet/>
      <dgm:spPr/>
      <dgm:t>
        <a:bodyPr/>
        <a:lstStyle/>
        <a:p>
          <a:r>
            <a:rPr lang="en-US"/>
            <a:t>Phase 3: Final Training (100 epochs)</a:t>
          </a:r>
        </a:p>
      </dgm:t>
    </dgm:pt>
    <dgm:pt modelId="{E7BE3DC8-8768-4EA2-879B-EA18C8AF4300}" type="parTrans" cxnId="{01996AD5-5573-4DF1-90D6-6D7D024B412B}">
      <dgm:prSet/>
      <dgm:spPr/>
      <dgm:t>
        <a:bodyPr/>
        <a:lstStyle/>
        <a:p>
          <a:endParaRPr lang="en-US"/>
        </a:p>
      </dgm:t>
    </dgm:pt>
    <dgm:pt modelId="{214AAB90-6548-4AA8-A7E9-85C917E8958C}" type="sibTrans" cxnId="{01996AD5-5573-4DF1-90D6-6D7D024B412B}">
      <dgm:prSet/>
      <dgm:spPr/>
      <dgm:t>
        <a:bodyPr/>
        <a:lstStyle/>
        <a:p>
          <a:endParaRPr lang="en-US"/>
        </a:p>
      </dgm:t>
    </dgm:pt>
    <dgm:pt modelId="{FDCC493E-3B9E-456C-A124-E582F96023E4}">
      <dgm:prSet/>
      <dgm:spPr/>
      <dgm:t>
        <a:bodyPr/>
        <a:lstStyle/>
        <a:p>
          <a:r>
            <a:rPr lang="en-US"/>
            <a:t>Use best params → Train longer → Early stopping → Save model</a:t>
          </a:r>
        </a:p>
      </dgm:t>
    </dgm:pt>
    <dgm:pt modelId="{F47D5E1F-00E1-471B-933B-1BE5AA60848A}" type="parTrans" cxnId="{AA25E811-33A0-4278-911D-3423BC5B6F61}">
      <dgm:prSet/>
      <dgm:spPr/>
      <dgm:t>
        <a:bodyPr/>
        <a:lstStyle/>
        <a:p>
          <a:endParaRPr lang="en-US"/>
        </a:p>
      </dgm:t>
    </dgm:pt>
    <dgm:pt modelId="{63EF28B2-51CE-4BA5-A44F-53BA561B6D83}" type="sibTrans" cxnId="{AA25E811-33A0-4278-911D-3423BC5B6F61}">
      <dgm:prSet/>
      <dgm:spPr/>
      <dgm:t>
        <a:bodyPr/>
        <a:lstStyle/>
        <a:p>
          <a:endParaRPr lang="en-US"/>
        </a:p>
      </dgm:t>
    </dgm:pt>
    <dgm:pt modelId="{2C6325C7-28F5-462F-AACB-70E78F7C15EB}">
      <dgm:prSet/>
      <dgm:spPr/>
      <dgm:t>
        <a:bodyPr/>
        <a:lstStyle/>
        <a:p>
          <a:r>
            <a:rPr lang="en-US" dirty="0"/>
            <a:t>Phase 4: Evaluation</a:t>
          </a:r>
        </a:p>
      </dgm:t>
    </dgm:pt>
    <dgm:pt modelId="{E7147A21-2506-4950-8007-004F8470EDA8}" type="parTrans" cxnId="{212F2019-12BB-489E-9A9F-66F7A7749734}">
      <dgm:prSet/>
      <dgm:spPr/>
      <dgm:t>
        <a:bodyPr/>
        <a:lstStyle/>
        <a:p>
          <a:endParaRPr lang="en-US"/>
        </a:p>
      </dgm:t>
    </dgm:pt>
    <dgm:pt modelId="{0999EE2E-96E5-49B1-B25F-1BB6A4EC24AE}" type="sibTrans" cxnId="{212F2019-12BB-489E-9A9F-66F7A7749734}">
      <dgm:prSet/>
      <dgm:spPr/>
      <dgm:t>
        <a:bodyPr/>
        <a:lstStyle/>
        <a:p>
          <a:endParaRPr lang="en-US"/>
        </a:p>
      </dgm:t>
    </dgm:pt>
    <dgm:pt modelId="{1E6DAC1C-0439-483D-B508-31D7936A8849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Load model → Test set inference → Compute metrics → Report results</a:t>
          </a:r>
        </a:p>
      </dgm:t>
    </dgm:pt>
    <dgm:pt modelId="{33FA18F3-EAA2-4C7B-B356-C17C7EA736E6}" type="parTrans" cxnId="{320BCEF6-567C-4BCD-B224-9174CFD4137C}">
      <dgm:prSet/>
      <dgm:spPr/>
      <dgm:t>
        <a:bodyPr/>
        <a:lstStyle/>
        <a:p>
          <a:endParaRPr lang="en-US"/>
        </a:p>
      </dgm:t>
    </dgm:pt>
    <dgm:pt modelId="{F694CCBE-185B-492B-BDF6-8A8234094E0C}" type="sibTrans" cxnId="{320BCEF6-567C-4BCD-B224-9174CFD4137C}">
      <dgm:prSet/>
      <dgm:spPr/>
      <dgm:t>
        <a:bodyPr/>
        <a:lstStyle/>
        <a:p>
          <a:endParaRPr lang="en-US"/>
        </a:p>
      </dgm:t>
    </dgm:pt>
    <dgm:pt modelId="{089D9A3F-7AD4-419F-920D-CCF4A5AF3F33}">
      <dgm:prSet/>
      <dgm:spPr/>
      <dgm:t>
        <a:bodyPr/>
        <a:lstStyle/>
        <a:p>
          <a:r>
            <a:rPr lang="en-US"/>
            <a:t>Phase 5: Deployment</a:t>
          </a:r>
        </a:p>
      </dgm:t>
    </dgm:pt>
    <dgm:pt modelId="{8C95D4F8-AE31-43C0-9FBA-10F95A5AD776}" type="parTrans" cxnId="{C0F56985-783A-4EB2-B3EC-B4AC4349B1FC}">
      <dgm:prSet/>
      <dgm:spPr/>
      <dgm:t>
        <a:bodyPr/>
        <a:lstStyle/>
        <a:p>
          <a:endParaRPr lang="en-US"/>
        </a:p>
      </dgm:t>
    </dgm:pt>
    <dgm:pt modelId="{960D3B4E-E91A-437A-B349-02A4070C30AE}" type="sibTrans" cxnId="{C0F56985-783A-4EB2-B3EC-B4AC4349B1FC}">
      <dgm:prSet/>
      <dgm:spPr/>
      <dgm:t>
        <a:bodyPr/>
        <a:lstStyle/>
        <a:p>
          <a:endParaRPr lang="en-US"/>
        </a:p>
      </dgm:t>
    </dgm:pt>
    <dgm:pt modelId="{7CDED774-3B41-47B0-86B7-C089842E8457}">
      <dgm:prSet/>
      <dgm:spPr/>
      <dgm:t>
        <a:bodyPr/>
        <a:lstStyle/>
        <a:p>
          <a:r>
            <a:rPr lang="en-US" dirty="0"/>
            <a:t>Load model → Accept image → Preprocess → Predict → Return class</a:t>
          </a:r>
        </a:p>
      </dgm:t>
    </dgm:pt>
    <dgm:pt modelId="{D2701B07-DF38-4085-9559-03D793B9E4BB}" type="parTrans" cxnId="{E3894F1D-D7EB-4EE1-B51B-D3232F071732}">
      <dgm:prSet/>
      <dgm:spPr/>
      <dgm:t>
        <a:bodyPr/>
        <a:lstStyle/>
        <a:p>
          <a:endParaRPr lang="en-US"/>
        </a:p>
      </dgm:t>
    </dgm:pt>
    <dgm:pt modelId="{063AFB6D-BB93-49D0-8AFD-648F96CD209B}" type="sibTrans" cxnId="{E3894F1D-D7EB-4EE1-B51B-D3232F071732}">
      <dgm:prSet/>
      <dgm:spPr/>
      <dgm:t>
        <a:bodyPr/>
        <a:lstStyle/>
        <a:p>
          <a:endParaRPr lang="en-US"/>
        </a:p>
      </dgm:t>
    </dgm:pt>
    <dgm:pt modelId="{13DABD83-2CEE-46C9-A8BC-C4BC69463A3E}" type="pres">
      <dgm:prSet presAssocID="{F8006253-1D1B-4723-AE61-B092B67C9A07}" presName="Name0" presStyleCnt="0">
        <dgm:presLayoutVars>
          <dgm:dir/>
          <dgm:resizeHandles val="exact"/>
        </dgm:presLayoutVars>
      </dgm:prSet>
      <dgm:spPr/>
    </dgm:pt>
    <dgm:pt modelId="{A8CA9E6B-2A62-4694-BC71-DA36F98928EC}" type="pres">
      <dgm:prSet presAssocID="{F33B1621-EA1B-49A1-9D5C-EF805F41E619}" presName="node" presStyleLbl="node1" presStyleIdx="0" presStyleCnt="10">
        <dgm:presLayoutVars>
          <dgm:bulletEnabled val="1"/>
        </dgm:presLayoutVars>
      </dgm:prSet>
      <dgm:spPr/>
    </dgm:pt>
    <dgm:pt modelId="{32679F7A-CF0D-467E-9225-49A860FCCACE}" type="pres">
      <dgm:prSet presAssocID="{86D38A56-C2B7-4B08-A858-223060F9F9A9}" presName="sibTrans" presStyleLbl="sibTrans1D1" presStyleIdx="0" presStyleCnt="9"/>
      <dgm:spPr/>
    </dgm:pt>
    <dgm:pt modelId="{84B912A5-9B6E-4E9C-A199-96AA55670ED5}" type="pres">
      <dgm:prSet presAssocID="{86D38A56-C2B7-4B08-A858-223060F9F9A9}" presName="connectorText" presStyleLbl="sibTrans1D1" presStyleIdx="0" presStyleCnt="9"/>
      <dgm:spPr/>
    </dgm:pt>
    <dgm:pt modelId="{17C434CB-C678-494A-94ED-87BAE0F39B92}" type="pres">
      <dgm:prSet presAssocID="{1381F166-FCDA-4963-90D6-9261F99062D1}" presName="node" presStyleLbl="node1" presStyleIdx="1" presStyleCnt="10">
        <dgm:presLayoutVars>
          <dgm:bulletEnabled val="1"/>
        </dgm:presLayoutVars>
      </dgm:prSet>
      <dgm:spPr/>
    </dgm:pt>
    <dgm:pt modelId="{DC659399-280E-402A-80B3-DD30C81C743C}" type="pres">
      <dgm:prSet presAssocID="{584A6A73-361B-4603-A934-FD14CF89B1C4}" presName="sibTrans" presStyleLbl="sibTrans1D1" presStyleIdx="1" presStyleCnt="9"/>
      <dgm:spPr/>
    </dgm:pt>
    <dgm:pt modelId="{44740F9A-30B2-45A0-B022-455A2B694199}" type="pres">
      <dgm:prSet presAssocID="{584A6A73-361B-4603-A934-FD14CF89B1C4}" presName="connectorText" presStyleLbl="sibTrans1D1" presStyleIdx="1" presStyleCnt="9"/>
      <dgm:spPr/>
    </dgm:pt>
    <dgm:pt modelId="{F84FA48F-05E9-4FB0-8E75-825B597BFAEC}" type="pres">
      <dgm:prSet presAssocID="{18FC3121-2CAA-4985-8148-BE53FFC8DE02}" presName="node" presStyleLbl="node1" presStyleIdx="2" presStyleCnt="10">
        <dgm:presLayoutVars>
          <dgm:bulletEnabled val="1"/>
        </dgm:presLayoutVars>
      </dgm:prSet>
      <dgm:spPr/>
    </dgm:pt>
    <dgm:pt modelId="{3FDC80DF-B047-4A71-BB31-A6ABA7DFEF84}" type="pres">
      <dgm:prSet presAssocID="{AD5F47A7-15CB-4507-BEEA-7858C095AD3A}" presName="sibTrans" presStyleLbl="sibTrans1D1" presStyleIdx="2" presStyleCnt="9"/>
      <dgm:spPr/>
    </dgm:pt>
    <dgm:pt modelId="{8A7DB846-797E-4D4F-BD9D-2D06C0F01874}" type="pres">
      <dgm:prSet presAssocID="{AD5F47A7-15CB-4507-BEEA-7858C095AD3A}" presName="connectorText" presStyleLbl="sibTrans1D1" presStyleIdx="2" presStyleCnt="9"/>
      <dgm:spPr/>
    </dgm:pt>
    <dgm:pt modelId="{698C1A11-07AC-4CC7-97BF-FF99F5917AD1}" type="pres">
      <dgm:prSet presAssocID="{67C7AA67-00AA-4A94-BAC8-45AC86E3A78D}" presName="node" presStyleLbl="node1" presStyleIdx="3" presStyleCnt="10">
        <dgm:presLayoutVars>
          <dgm:bulletEnabled val="1"/>
        </dgm:presLayoutVars>
      </dgm:prSet>
      <dgm:spPr/>
    </dgm:pt>
    <dgm:pt modelId="{F894EF29-2F29-4E07-A06D-FF56DBA6B924}" type="pres">
      <dgm:prSet presAssocID="{30833561-267E-4D37-9BF6-A8F7209D5EBE}" presName="sibTrans" presStyleLbl="sibTrans1D1" presStyleIdx="3" presStyleCnt="9"/>
      <dgm:spPr/>
    </dgm:pt>
    <dgm:pt modelId="{7BB0A730-7836-4B83-BBDC-AE8B7471874C}" type="pres">
      <dgm:prSet presAssocID="{30833561-267E-4D37-9BF6-A8F7209D5EBE}" presName="connectorText" presStyleLbl="sibTrans1D1" presStyleIdx="3" presStyleCnt="9"/>
      <dgm:spPr/>
    </dgm:pt>
    <dgm:pt modelId="{0C43B8A4-4FCF-4574-A8EE-E09D05618955}" type="pres">
      <dgm:prSet presAssocID="{ED2E0D3C-4A44-4379-B276-C40817016350}" presName="node" presStyleLbl="node1" presStyleIdx="4" presStyleCnt="10">
        <dgm:presLayoutVars>
          <dgm:bulletEnabled val="1"/>
        </dgm:presLayoutVars>
      </dgm:prSet>
      <dgm:spPr/>
    </dgm:pt>
    <dgm:pt modelId="{4D6B0349-179D-4F40-BAA5-92091001F030}" type="pres">
      <dgm:prSet presAssocID="{214AAB90-6548-4AA8-A7E9-85C917E8958C}" presName="sibTrans" presStyleLbl="sibTrans1D1" presStyleIdx="4" presStyleCnt="9"/>
      <dgm:spPr/>
    </dgm:pt>
    <dgm:pt modelId="{452C963D-F7F9-4C82-89EF-36C3FD956683}" type="pres">
      <dgm:prSet presAssocID="{214AAB90-6548-4AA8-A7E9-85C917E8958C}" presName="connectorText" presStyleLbl="sibTrans1D1" presStyleIdx="4" presStyleCnt="9"/>
      <dgm:spPr/>
    </dgm:pt>
    <dgm:pt modelId="{4A026AF9-DE41-408E-BCA7-D27EEA148649}" type="pres">
      <dgm:prSet presAssocID="{FDCC493E-3B9E-456C-A124-E582F96023E4}" presName="node" presStyleLbl="node1" presStyleIdx="5" presStyleCnt="10">
        <dgm:presLayoutVars>
          <dgm:bulletEnabled val="1"/>
        </dgm:presLayoutVars>
      </dgm:prSet>
      <dgm:spPr/>
    </dgm:pt>
    <dgm:pt modelId="{B0463A9A-C0FD-4CA1-9DAA-F762004730F1}" type="pres">
      <dgm:prSet presAssocID="{63EF28B2-51CE-4BA5-A44F-53BA561B6D83}" presName="sibTrans" presStyleLbl="sibTrans1D1" presStyleIdx="5" presStyleCnt="9"/>
      <dgm:spPr/>
    </dgm:pt>
    <dgm:pt modelId="{FD77CBF7-0525-49E1-8D7F-EE1A9C7E49AD}" type="pres">
      <dgm:prSet presAssocID="{63EF28B2-51CE-4BA5-A44F-53BA561B6D83}" presName="connectorText" presStyleLbl="sibTrans1D1" presStyleIdx="5" presStyleCnt="9"/>
      <dgm:spPr/>
    </dgm:pt>
    <dgm:pt modelId="{5A93842F-3927-4083-9D49-5EDE7CB996BF}" type="pres">
      <dgm:prSet presAssocID="{2C6325C7-28F5-462F-AACB-70E78F7C15EB}" presName="node" presStyleLbl="node1" presStyleIdx="6" presStyleCnt="10">
        <dgm:presLayoutVars>
          <dgm:bulletEnabled val="1"/>
        </dgm:presLayoutVars>
      </dgm:prSet>
      <dgm:spPr/>
    </dgm:pt>
    <dgm:pt modelId="{488CC946-73CE-4FB3-951B-BA8F4578FED1}" type="pres">
      <dgm:prSet presAssocID="{0999EE2E-96E5-49B1-B25F-1BB6A4EC24AE}" presName="sibTrans" presStyleLbl="sibTrans1D1" presStyleIdx="6" presStyleCnt="9"/>
      <dgm:spPr/>
    </dgm:pt>
    <dgm:pt modelId="{493BF574-1D28-4339-933A-1B7177B72E15}" type="pres">
      <dgm:prSet presAssocID="{0999EE2E-96E5-49B1-B25F-1BB6A4EC24AE}" presName="connectorText" presStyleLbl="sibTrans1D1" presStyleIdx="6" presStyleCnt="9"/>
      <dgm:spPr/>
    </dgm:pt>
    <dgm:pt modelId="{5D61A028-244A-481A-98F9-2E7424A1B7C6}" type="pres">
      <dgm:prSet presAssocID="{1E6DAC1C-0439-483D-B508-31D7936A8849}" presName="node" presStyleLbl="node1" presStyleIdx="7" presStyleCnt="10">
        <dgm:presLayoutVars>
          <dgm:bulletEnabled val="1"/>
        </dgm:presLayoutVars>
      </dgm:prSet>
      <dgm:spPr/>
    </dgm:pt>
    <dgm:pt modelId="{1BA785A5-BCCF-44E2-8E1F-1E19A3D44C95}" type="pres">
      <dgm:prSet presAssocID="{F694CCBE-185B-492B-BDF6-8A8234094E0C}" presName="sibTrans" presStyleLbl="sibTrans1D1" presStyleIdx="7" presStyleCnt="9"/>
      <dgm:spPr/>
    </dgm:pt>
    <dgm:pt modelId="{665A4247-DC0E-4CB5-94AF-F9D59AED2CA7}" type="pres">
      <dgm:prSet presAssocID="{F694CCBE-185B-492B-BDF6-8A8234094E0C}" presName="connectorText" presStyleLbl="sibTrans1D1" presStyleIdx="7" presStyleCnt="9"/>
      <dgm:spPr/>
    </dgm:pt>
    <dgm:pt modelId="{5BB189C9-49D3-425A-BF0C-96D688D0FA3E}" type="pres">
      <dgm:prSet presAssocID="{089D9A3F-7AD4-419F-920D-CCF4A5AF3F33}" presName="node" presStyleLbl="node1" presStyleIdx="8" presStyleCnt="10">
        <dgm:presLayoutVars>
          <dgm:bulletEnabled val="1"/>
        </dgm:presLayoutVars>
      </dgm:prSet>
      <dgm:spPr/>
    </dgm:pt>
    <dgm:pt modelId="{04C90F84-4BE7-49DF-9E10-CC56794C9894}" type="pres">
      <dgm:prSet presAssocID="{960D3B4E-E91A-437A-B349-02A4070C30AE}" presName="sibTrans" presStyleLbl="sibTrans1D1" presStyleIdx="8" presStyleCnt="9"/>
      <dgm:spPr/>
    </dgm:pt>
    <dgm:pt modelId="{4CA86FB2-EE21-4A7D-A0E5-B5C85EF29567}" type="pres">
      <dgm:prSet presAssocID="{960D3B4E-E91A-437A-B349-02A4070C30AE}" presName="connectorText" presStyleLbl="sibTrans1D1" presStyleIdx="8" presStyleCnt="9"/>
      <dgm:spPr/>
    </dgm:pt>
    <dgm:pt modelId="{DA954316-6B2A-47A2-BD31-7A62CFE109B7}" type="pres">
      <dgm:prSet presAssocID="{7CDED774-3B41-47B0-86B7-C089842E8457}" presName="node" presStyleLbl="node1" presStyleIdx="9" presStyleCnt="10">
        <dgm:presLayoutVars>
          <dgm:bulletEnabled val="1"/>
        </dgm:presLayoutVars>
      </dgm:prSet>
      <dgm:spPr/>
    </dgm:pt>
  </dgm:ptLst>
  <dgm:cxnLst>
    <dgm:cxn modelId="{33C7E500-B868-4B0A-8A28-E21EB7FCC50A}" type="presOf" srcId="{584A6A73-361B-4603-A934-FD14CF89B1C4}" destId="{DC659399-280E-402A-80B3-DD30C81C743C}" srcOrd="0" destOrd="0" presId="urn:microsoft.com/office/officeart/2016/7/layout/RepeatingBendingProcessNew"/>
    <dgm:cxn modelId="{406F1406-4BC5-49B3-A872-14FE84F6FF12}" type="presOf" srcId="{7CDED774-3B41-47B0-86B7-C089842E8457}" destId="{DA954316-6B2A-47A2-BD31-7A62CFE109B7}" srcOrd="0" destOrd="0" presId="urn:microsoft.com/office/officeart/2016/7/layout/RepeatingBendingProcessNew"/>
    <dgm:cxn modelId="{913AE909-AFEB-4529-A728-3766BA88C71E}" type="presOf" srcId="{214AAB90-6548-4AA8-A7E9-85C917E8958C}" destId="{4D6B0349-179D-4F40-BAA5-92091001F030}" srcOrd="0" destOrd="0" presId="urn:microsoft.com/office/officeart/2016/7/layout/RepeatingBendingProcessNew"/>
    <dgm:cxn modelId="{B8A48D0E-B4A6-4573-A141-942D94475DD2}" srcId="{F8006253-1D1B-4723-AE61-B092B67C9A07}" destId="{F33B1621-EA1B-49A1-9D5C-EF805F41E619}" srcOrd="0" destOrd="0" parTransId="{51789662-AE75-4D41-A222-1D3903F07778}" sibTransId="{86D38A56-C2B7-4B08-A858-223060F9F9A9}"/>
    <dgm:cxn modelId="{CD096511-D724-403B-8EE5-652DD1C75825}" type="presOf" srcId="{86D38A56-C2B7-4B08-A858-223060F9F9A9}" destId="{84B912A5-9B6E-4E9C-A199-96AA55670ED5}" srcOrd="1" destOrd="0" presId="urn:microsoft.com/office/officeart/2016/7/layout/RepeatingBendingProcessNew"/>
    <dgm:cxn modelId="{AA25E811-33A0-4278-911D-3423BC5B6F61}" srcId="{F8006253-1D1B-4723-AE61-B092B67C9A07}" destId="{FDCC493E-3B9E-456C-A124-E582F96023E4}" srcOrd="5" destOrd="0" parTransId="{F47D5E1F-00E1-471B-933B-1BE5AA60848A}" sibTransId="{63EF28B2-51CE-4BA5-A44F-53BA561B6D83}"/>
    <dgm:cxn modelId="{84DE0E15-AE51-4C3A-A23C-405C1CA51B15}" type="presOf" srcId="{AD5F47A7-15CB-4507-BEEA-7858C095AD3A}" destId="{8A7DB846-797E-4D4F-BD9D-2D06C0F01874}" srcOrd="1" destOrd="0" presId="urn:microsoft.com/office/officeart/2016/7/layout/RepeatingBendingProcessNew"/>
    <dgm:cxn modelId="{212F2019-12BB-489E-9A9F-66F7A7749734}" srcId="{F8006253-1D1B-4723-AE61-B092B67C9A07}" destId="{2C6325C7-28F5-462F-AACB-70E78F7C15EB}" srcOrd="6" destOrd="0" parTransId="{E7147A21-2506-4950-8007-004F8470EDA8}" sibTransId="{0999EE2E-96E5-49B1-B25F-1BB6A4EC24AE}"/>
    <dgm:cxn modelId="{E3894F1D-D7EB-4EE1-B51B-D3232F071732}" srcId="{F8006253-1D1B-4723-AE61-B092B67C9A07}" destId="{7CDED774-3B41-47B0-86B7-C089842E8457}" srcOrd="9" destOrd="0" parTransId="{D2701B07-DF38-4085-9559-03D793B9E4BB}" sibTransId="{063AFB6D-BB93-49D0-8AFD-648F96CD209B}"/>
    <dgm:cxn modelId="{A2B5911F-497A-4956-B0FF-2771F27977D6}" type="presOf" srcId="{0999EE2E-96E5-49B1-B25F-1BB6A4EC24AE}" destId="{488CC946-73CE-4FB3-951B-BA8F4578FED1}" srcOrd="0" destOrd="0" presId="urn:microsoft.com/office/officeart/2016/7/layout/RepeatingBendingProcessNew"/>
    <dgm:cxn modelId="{24B2EC30-E54C-40CA-B304-9DD2CC69576C}" type="presOf" srcId="{63EF28B2-51CE-4BA5-A44F-53BA561B6D83}" destId="{FD77CBF7-0525-49E1-8D7F-EE1A9C7E49AD}" srcOrd="1" destOrd="0" presId="urn:microsoft.com/office/officeart/2016/7/layout/RepeatingBendingProcessNew"/>
    <dgm:cxn modelId="{79BB9533-6604-4852-9B60-1E1C1FCCB44A}" type="presOf" srcId="{F694CCBE-185B-492B-BDF6-8A8234094E0C}" destId="{665A4247-DC0E-4CB5-94AF-F9D59AED2CA7}" srcOrd="1" destOrd="0" presId="urn:microsoft.com/office/officeart/2016/7/layout/RepeatingBendingProcessNew"/>
    <dgm:cxn modelId="{C5D5CA3C-D501-4C2E-B8AB-825E18BC8515}" type="presOf" srcId="{F33B1621-EA1B-49A1-9D5C-EF805F41E619}" destId="{A8CA9E6B-2A62-4694-BC71-DA36F98928EC}" srcOrd="0" destOrd="0" presId="urn:microsoft.com/office/officeart/2016/7/layout/RepeatingBendingProcessNew"/>
    <dgm:cxn modelId="{FFA57E3D-E421-4417-9DA0-A4FD7A79584C}" type="presOf" srcId="{089D9A3F-7AD4-419F-920D-CCF4A5AF3F33}" destId="{5BB189C9-49D3-425A-BF0C-96D688D0FA3E}" srcOrd="0" destOrd="0" presId="urn:microsoft.com/office/officeart/2016/7/layout/RepeatingBendingProcessNew"/>
    <dgm:cxn modelId="{8744F241-4A5F-40AB-9923-ED188080A951}" type="presOf" srcId="{F8006253-1D1B-4723-AE61-B092B67C9A07}" destId="{13DABD83-2CEE-46C9-A8BC-C4BC69463A3E}" srcOrd="0" destOrd="0" presId="urn:microsoft.com/office/officeart/2016/7/layout/RepeatingBendingProcessNew"/>
    <dgm:cxn modelId="{4485BA43-2CFA-4AC4-8A9A-CC82430F2E20}" type="presOf" srcId="{960D3B4E-E91A-437A-B349-02A4070C30AE}" destId="{04C90F84-4BE7-49DF-9E10-CC56794C9894}" srcOrd="0" destOrd="0" presId="urn:microsoft.com/office/officeart/2016/7/layout/RepeatingBendingProcessNew"/>
    <dgm:cxn modelId="{65694645-8D36-4ABC-82C2-3575224319CE}" type="presOf" srcId="{584A6A73-361B-4603-A934-FD14CF89B1C4}" destId="{44740F9A-30B2-45A0-B022-455A2B694199}" srcOrd="1" destOrd="0" presId="urn:microsoft.com/office/officeart/2016/7/layout/RepeatingBendingProcessNew"/>
    <dgm:cxn modelId="{2B4BF36A-5882-4516-B85E-263E5AA8FA64}" type="presOf" srcId="{18FC3121-2CAA-4985-8148-BE53FFC8DE02}" destId="{F84FA48F-05E9-4FB0-8E75-825B597BFAEC}" srcOrd="0" destOrd="0" presId="urn:microsoft.com/office/officeart/2016/7/layout/RepeatingBendingProcessNew"/>
    <dgm:cxn modelId="{1E320373-0EF3-488C-A810-916882C3225A}" type="presOf" srcId="{0999EE2E-96E5-49B1-B25F-1BB6A4EC24AE}" destId="{493BF574-1D28-4339-933A-1B7177B72E15}" srcOrd="1" destOrd="0" presId="urn:microsoft.com/office/officeart/2016/7/layout/RepeatingBendingProcessNew"/>
    <dgm:cxn modelId="{883C7C73-8248-4860-95BD-F4E5B15EBBFC}" type="presOf" srcId="{AD5F47A7-15CB-4507-BEEA-7858C095AD3A}" destId="{3FDC80DF-B047-4A71-BB31-A6ABA7DFEF84}" srcOrd="0" destOrd="0" presId="urn:microsoft.com/office/officeart/2016/7/layout/RepeatingBendingProcessNew"/>
    <dgm:cxn modelId="{3699BE75-3B0F-407C-AC1C-53C6930DFE12}" type="presOf" srcId="{2C6325C7-28F5-462F-AACB-70E78F7C15EB}" destId="{5A93842F-3927-4083-9D49-5EDE7CB996BF}" srcOrd="0" destOrd="0" presId="urn:microsoft.com/office/officeart/2016/7/layout/RepeatingBendingProcessNew"/>
    <dgm:cxn modelId="{7BBE5359-96BC-4C6B-A46E-4C95F0E9A474}" type="presOf" srcId="{86D38A56-C2B7-4B08-A858-223060F9F9A9}" destId="{32679F7A-CF0D-467E-9225-49A860FCCACE}" srcOrd="0" destOrd="0" presId="urn:microsoft.com/office/officeart/2016/7/layout/RepeatingBendingProcessNew"/>
    <dgm:cxn modelId="{C0F56985-783A-4EB2-B3EC-B4AC4349B1FC}" srcId="{F8006253-1D1B-4723-AE61-B092B67C9A07}" destId="{089D9A3F-7AD4-419F-920D-CCF4A5AF3F33}" srcOrd="8" destOrd="0" parTransId="{8C95D4F8-AE31-43C0-9FBA-10F95A5AD776}" sibTransId="{960D3B4E-E91A-437A-B349-02A4070C30AE}"/>
    <dgm:cxn modelId="{8D2E5B89-FC61-48E5-BEF8-6585AFB88093}" type="presOf" srcId="{30833561-267E-4D37-9BF6-A8F7209D5EBE}" destId="{F894EF29-2F29-4E07-A06D-FF56DBA6B924}" srcOrd="0" destOrd="0" presId="urn:microsoft.com/office/officeart/2016/7/layout/RepeatingBendingProcessNew"/>
    <dgm:cxn modelId="{E6778596-EA50-4FBC-936F-0A6F3E9A1563}" type="presOf" srcId="{1E6DAC1C-0439-483D-B508-31D7936A8849}" destId="{5D61A028-244A-481A-98F9-2E7424A1B7C6}" srcOrd="0" destOrd="0" presId="urn:microsoft.com/office/officeart/2016/7/layout/RepeatingBendingProcessNew"/>
    <dgm:cxn modelId="{0F77D29A-7012-4D05-ADE7-8D79F0DD99A1}" type="presOf" srcId="{F694CCBE-185B-492B-BDF6-8A8234094E0C}" destId="{1BA785A5-BCCF-44E2-8E1F-1E19A3D44C95}" srcOrd="0" destOrd="0" presId="urn:microsoft.com/office/officeart/2016/7/layout/RepeatingBendingProcessNew"/>
    <dgm:cxn modelId="{04E2A3B8-75A4-4672-821A-199D0F6D8257}" type="presOf" srcId="{ED2E0D3C-4A44-4379-B276-C40817016350}" destId="{0C43B8A4-4FCF-4574-A8EE-E09D05618955}" srcOrd="0" destOrd="0" presId="urn:microsoft.com/office/officeart/2016/7/layout/RepeatingBendingProcessNew"/>
    <dgm:cxn modelId="{384F3DBD-945F-41BD-82FA-A304E14436E9}" srcId="{F8006253-1D1B-4723-AE61-B092B67C9A07}" destId="{18FC3121-2CAA-4985-8148-BE53FFC8DE02}" srcOrd="2" destOrd="0" parTransId="{A04D03EE-D2CC-41E4-98D4-9AB1BFC7FA1C}" sibTransId="{AD5F47A7-15CB-4507-BEEA-7858C095AD3A}"/>
    <dgm:cxn modelId="{D70555C0-E1EB-4BAF-B049-70FF2AC4D891}" type="presOf" srcId="{30833561-267E-4D37-9BF6-A8F7209D5EBE}" destId="{7BB0A730-7836-4B83-BBDC-AE8B7471874C}" srcOrd="1" destOrd="0" presId="urn:microsoft.com/office/officeart/2016/7/layout/RepeatingBendingProcessNew"/>
    <dgm:cxn modelId="{1EB2E2C4-E9E4-40DD-B4EA-8D2D0DD40D55}" srcId="{F8006253-1D1B-4723-AE61-B092B67C9A07}" destId="{67C7AA67-00AA-4A94-BAC8-45AC86E3A78D}" srcOrd="3" destOrd="0" parTransId="{37DCA491-09CF-487A-B6B5-7AF2E3181DA4}" sibTransId="{30833561-267E-4D37-9BF6-A8F7209D5EBE}"/>
    <dgm:cxn modelId="{E59D2ACB-F4DC-411F-BA95-C844E6F0F32B}" type="presOf" srcId="{67C7AA67-00AA-4A94-BAC8-45AC86E3A78D}" destId="{698C1A11-07AC-4CC7-97BF-FF99F5917AD1}" srcOrd="0" destOrd="0" presId="urn:microsoft.com/office/officeart/2016/7/layout/RepeatingBendingProcessNew"/>
    <dgm:cxn modelId="{01996AD5-5573-4DF1-90D6-6D7D024B412B}" srcId="{F8006253-1D1B-4723-AE61-B092B67C9A07}" destId="{ED2E0D3C-4A44-4379-B276-C40817016350}" srcOrd="4" destOrd="0" parTransId="{E7BE3DC8-8768-4EA2-879B-EA18C8AF4300}" sibTransId="{214AAB90-6548-4AA8-A7E9-85C917E8958C}"/>
    <dgm:cxn modelId="{0BC1ECD7-1B7A-4503-8976-8CC780AB9916}" srcId="{F8006253-1D1B-4723-AE61-B092B67C9A07}" destId="{1381F166-FCDA-4963-90D6-9261F99062D1}" srcOrd="1" destOrd="0" parTransId="{A91007AE-7886-48EC-8A75-58CC56F56269}" sibTransId="{584A6A73-361B-4603-A934-FD14CF89B1C4}"/>
    <dgm:cxn modelId="{3C14BDDD-9C6A-400B-B572-0AF39DDA556D}" type="presOf" srcId="{FDCC493E-3B9E-456C-A124-E582F96023E4}" destId="{4A026AF9-DE41-408E-BCA7-D27EEA148649}" srcOrd="0" destOrd="0" presId="urn:microsoft.com/office/officeart/2016/7/layout/RepeatingBendingProcessNew"/>
    <dgm:cxn modelId="{D60835E5-459B-430C-BBE5-D51C593CDB06}" type="presOf" srcId="{63EF28B2-51CE-4BA5-A44F-53BA561B6D83}" destId="{B0463A9A-C0FD-4CA1-9DAA-F762004730F1}" srcOrd="0" destOrd="0" presId="urn:microsoft.com/office/officeart/2016/7/layout/RepeatingBendingProcessNew"/>
    <dgm:cxn modelId="{D68C86E8-4694-44F8-B5EC-0F43D02BAAAB}" type="presOf" srcId="{214AAB90-6548-4AA8-A7E9-85C917E8958C}" destId="{452C963D-F7F9-4C82-89EF-36C3FD956683}" srcOrd="1" destOrd="0" presId="urn:microsoft.com/office/officeart/2016/7/layout/RepeatingBendingProcessNew"/>
    <dgm:cxn modelId="{320BCEF6-567C-4BCD-B224-9174CFD4137C}" srcId="{F8006253-1D1B-4723-AE61-B092B67C9A07}" destId="{1E6DAC1C-0439-483D-B508-31D7936A8849}" srcOrd="7" destOrd="0" parTransId="{33FA18F3-EAA2-4C7B-B356-C17C7EA736E6}" sibTransId="{F694CCBE-185B-492B-BDF6-8A8234094E0C}"/>
    <dgm:cxn modelId="{E64ADAF6-4EB8-4FB9-A64D-344296EEFD48}" type="presOf" srcId="{1381F166-FCDA-4963-90D6-9261F99062D1}" destId="{17C434CB-C678-494A-94ED-87BAE0F39B92}" srcOrd="0" destOrd="0" presId="urn:microsoft.com/office/officeart/2016/7/layout/RepeatingBendingProcessNew"/>
    <dgm:cxn modelId="{469B99F8-9CB5-4045-A86B-854EA2AB078E}" type="presOf" srcId="{960D3B4E-E91A-437A-B349-02A4070C30AE}" destId="{4CA86FB2-EE21-4A7D-A0E5-B5C85EF29567}" srcOrd="1" destOrd="0" presId="urn:microsoft.com/office/officeart/2016/7/layout/RepeatingBendingProcessNew"/>
    <dgm:cxn modelId="{29C29E60-E130-4A76-A2B0-10714584F085}" type="presParOf" srcId="{13DABD83-2CEE-46C9-A8BC-C4BC69463A3E}" destId="{A8CA9E6B-2A62-4694-BC71-DA36F98928EC}" srcOrd="0" destOrd="0" presId="urn:microsoft.com/office/officeart/2016/7/layout/RepeatingBendingProcessNew"/>
    <dgm:cxn modelId="{FD9F24AC-160B-4325-B953-80CEEA869133}" type="presParOf" srcId="{13DABD83-2CEE-46C9-A8BC-C4BC69463A3E}" destId="{32679F7A-CF0D-467E-9225-49A860FCCACE}" srcOrd="1" destOrd="0" presId="urn:microsoft.com/office/officeart/2016/7/layout/RepeatingBendingProcessNew"/>
    <dgm:cxn modelId="{42876CF0-6D3A-4A32-A6F5-C58D35C522C7}" type="presParOf" srcId="{32679F7A-CF0D-467E-9225-49A860FCCACE}" destId="{84B912A5-9B6E-4E9C-A199-96AA55670ED5}" srcOrd="0" destOrd="0" presId="urn:microsoft.com/office/officeart/2016/7/layout/RepeatingBendingProcessNew"/>
    <dgm:cxn modelId="{9F94B293-DCB9-4CCB-A4E8-CC871BB94E75}" type="presParOf" srcId="{13DABD83-2CEE-46C9-A8BC-C4BC69463A3E}" destId="{17C434CB-C678-494A-94ED-87BAE0F39B92}" srcOrd="2" destOrd="0" presId="urn:microsoft.com/office/officeart/2016/7/layout/RepeatingBendingProcessNew"/>
    <dgm:cxn modelId="{3E97C2F4-8A94-4DAF-A523-ACB79CBCE31E}" type="presParOf" srcId="{13DABD83-2CEE-46C9-A8BC-C4BC69463A3E}" destId="{DC659399-280E-402A-80B3-DD30C81C743C}" srcOrd="3" destOrd="0" presId="urn:microsoft.com/office/officeart/2016/7/layout/RepeatingBendingProcessNew"/>
    <dgm:cxn modelId="{A06ABDD7-8696-42C7-A5EE-021B2EDC5637}" type="presParOf" srcId="{DC659399-280E-402A-80B3-DD30C81C743C}" destId="{44740F9A-30B2-45A0-B022-455A2B694199}" srcOrd="0" destOrd="0" presId="urn:microsoft.com/office/officeart/2016/7/layout/RepeatingBendingProcessNew"/>
    <dgm:cxn modelId="{C76633DC-D3C3-4942-BCEB-EB238AC5FC4E}" type="presParOf" srcId="{13DABD83-2CEE-46C9-A8BC-C4BC69463A3E}" destId="{F84FA48F-05E9-4FB0-8E75-825B597BFAEC}" srcOrd="4" destOrd="0" presId="urn:microsoft.com/office/officeart/2016/7/layout/RepeatingBendingProcessNew"/>
    <dgm:cxn modelId="{0CBEDE22-3EA7-46B8-B51F-8BD070131AE2}" type="presParOf" srcId="{13DABD83-2CEE-46C9-A8BC-C4BC69463A3E}" destId="{3FDC80DF-B047-4A71-BB31-A6ABA7DFEF84}" srcOrd="5" destOrd="0" presId="urn:microsoft.com/office/officeart/2016/7/layout/RepeatingBendingProcessNew"/>
    <dgm:cxn modelId="{C6C1138B-1496-44EC-A370-153ED225B4F0}" type="presParOf" srcId="{3FDC80DF-B047-4A71-BB31-A6ABA7DFEF84}" destId="{8A7DB846-797E-4D4F-BD9D-2D06C0F01874}" srcOrd="0" destOrd="0" presId="urn:microsoft.com/office/officeart/2016/7/layout/RepeatingBendingProcessNew"/>
    <dgm:cxn modelId="{F98F6431-9B1A-4250-9FF2-F546D84C3871}" type="presParOf" srcId="{13DABD83-2CEE-46C9-A8BC-C4BC69463A3E}" destId="{698C1A11-07AC-4CC7-97BF-FF99F5917AD1}" srcOrd="6" destOrd="0" presId="urn:microsoft.com/office/officeart/2016/7/layout/RepeatingBendingProcessNew"/>
    <dgm:cxn modelId="{8845652D-EB2E-464F-911F-672434D0B267}" type="presParOf" srcId="{13DABD83-2CEE-46C9-A8BC-C4BC69463A3E}" destId="{F894EF29-2F29-4E07-A06D-FF56DBA6B924}" srcOrd="7" destOrd="0" presId="urn:microsoft.com/office/officeart/2016/7/layout/RepeatingBendingProcessNew"/>
    <dgm:cxn modelId="{92CB217F-5AAE-469A-AF94-9D478BE39EB8}" type="presParOf" srcId="{F894EF29-2F29-4E07-A06D-FF56DBA6B924}" destId="{7BB0A730-7836-4B83-BBDC-AE8B7471874C}" srcOrd="0" destOrd="0" presId="urn:microsoft.com/office/officeart/2016/7/layout/RepeatingBendingProcessNew"/>
    <dgm:cxn modelId="{960D84A1-B4B8-4F1E-A6B3-EE407DE29339}" type="presParOf" srcId="{13DABD83-2CEE-46C9-A8BC-C4BC69463A3E}" destId="{0C43B8A4-4FCF-4574-A8EE-E09D05618955}" srcOrd="8" destOrd="0" presId="urn:microsoft.com/office/officeart/2016/7/layout/RepeatingBendingProcessNew"/>
    <dgm:cxn modelId="{72517FCB-4A74-43F9-886E-EF20675DF67D}" type="presParOf" srcId="{13DABD83-2CEE-46C9-A8BC-C4BC69463A3E}" destId="{4D6B0349-179D-4F40-BAA5-92091001F030}" srcOrd="9" destOrd="0" presId="urn:microsoft.com/office/officeart/2016/7/layout/RepeatingBendingProcessNew"/>
    <dgm:cxn modelId="{78951409-B4E2-4C8D-8797-137334846E84}" type="presParOf" srcId="{4D6B0349-179D-4F40-BAA5-92091001F030}" destId="{452C963D-F7F9-4C82-89EF-36C3FD956683}" srcOrd="0" destOrd="0" presId="urn:microsoft.com/office/officeart/2016/7/layout/RepeatingBendingProcessNew"/>
    <dgm:cxn modelId="{7C116737-B9B0-427E-B2B2-93FA3E8D123E}" type="presParOf" srcId="{13DABD83-2CEE-46C9-A8BC-C4BC69463A3E}" destId="{4A026AF9-DE41-408E-BCA7-D27EEA148649}" srcOrd="10" destOrd="0" presId="urn:microsoft.com/office/officeart/2016/7/layout/RepeatingBendingProcessNew"/>
    <dgm:cxn modelId="{56B18E18-2BA7-4545-B36B-1E6D9A8AEDE8}" type="presParOf" srcId="{13DABD83-2CEE-46C9-A8BC-C4BC69463A3E}" destId="{B0463A9A-C0FD-4CA1-9DAA-F762004730F1}" srcOrd="11" destOrd="0" presId="urn:microsoft.com/office/officeart/2016/7/layout/RepeatingBendingProcessNew"/>
    <dgm:cxn modelId="{B88D90F0-1CA4-4522-A7F0-0B0FA5D1161C}" type="presParOf" srcId="{B0463A9A-C0FD-4CA1-9DAA-F762004730F1}" destId="{FD77CBF7-0525-49E1-8D7F-EE1A9C7E49AD}" srcOrd="0" destOrd="0" presId="urn:microsoft.com/office/officeart/2016/7/layout/RepeatingBendingProcessNew"/>
    <dgm:cxn modelId="{6E28E3CF-FEC9-4735-86E0-538A60F51C21}" type="presParOf" srcId="{13DABD83-2CEE-46C9-A8BC-C4BC69463A3E}" destId="{5A93842F-3927-4083-9D49-5EDE7CB996BF}" srcOrd="12" destOrd="0" presId="urn:microsoft.com/office/officeart/2016/7/layout/RepeatingBendingProcessNew"/>
    <dgm:cxn modelId="{CC6A027A-AD1F-43DD-BA62-33726E7E4F4B}" type="presParOf" srcId="{13DABD83-2CEE-46C9-A8BC-C4BC69463A3E}" destId="{488CC946-73CE-4FB3-951B-BA8F4578FED1}" srcOrd="13" destOrd="0" presId="urn:microsoft.com/office/officeart/2016/7/layout/RepeatingBendingProcessNew"/>
    <dgm:cxn modelId="{31E4AC63-8D12-45F2-831D-7E589864223A}" type="presParOf" srcId="{488CC946-73CE-4FB3-951B-BA8F4578FED1}" destId="{493BF574-1D28-4339-933A-1B7177B72E15}" srcOrd="0" destOrd="0" presId="urn:microsoft.com/office/officeart/2016/7/layout/RepeatingBendingProcessNew"/>
    <dgm:cxn modelId="{9905717E-D20E-4DEA-B5E0-6EF13F65AA95}" type="presParOf" srcId="{13DABD83-2CEE-46C9-A8BC-C4BC69463A3E}" destId="{5D61A028-244A-481A-98F9-2E7424A1B7C6}" srcOrd="14" destOrd="0" presId="urn:microsoft.com/office/officeart/2016/7/layout/RepeatingBendingProcessNew"/>
    <dgm:cxn modelId="{3468DE11-19FE-4818-BB3C-5DB5802BC0E2}" type="presParOf" srcId="{13DABD83-2CEE-46C9-A8BC-C4BC69463A3E}" destId="{1BA785A5-BCCF-44E2-8E1F-1E19A3D44C95}" srcOrd="15" destOrd="0" presId="urn:microsoft.com/office/officeart/2016/7/layout/RepeatingBendingProcessNew"/>
    <dgm:cxn modelId="{EBF92075-1581-4154-9D97-9159E875F687}" type="presParOf" srcId="{1BA785A5-BCCF-44E2-8E1F-1E19A3D44C95}" destId="{665A4247-DC0E-4CB5-94AF-F9D59AED2CA7}" srcOrd="0" destOrd="0" presId="urn:microsoft.com/office/officeart/2016/7/layout/RepeatingBendingProcessNew"/>
    <dgm:cxn modelId="{C2B3D315-1D34-4E82-868E-4F320B5ACAC3}" type="presParOf" srcId="{13DABD83-2CEE-46C9-A8BC-C4BC69463A3E}" destId="{5BB189C9-49D3-425A-BF0C-96D688D0FA3E}" srcOrd="16" destOrd="0" presId="urn:microsoft.com/office/officeart/2016/7/layout/RepeatingBendingProcessNew"/>
    <dgm:cxn modelId="{B8C8CB96-E773-473C-843C-8FA3E290C274}" type="presParOf" srcId="{13DABD83-2CEE-46C9-A8BC-C4BC69463A3E}" destId="{04C90F84-4BE7-49DF-9E10-CC56794C9894}" srcOrd="17" destOrd="0" presId="urn:microsoft.com/office/officeart/2016/7/layout/RepeatingBendingProcessNew"/>
    <dgm:cxn modelId="{44C4E7D3-8FE9-430C-8935-3F980324D571}" type="presParOf" srcId="{04C90F84-4BE7-49DF-9E10-CC56794C9894}" destId="{4CA86FB2-EE21-4A7D-A0E5-B5C85EF29567}" srcOrd="0" destOrd="0" presId="urn:microsoft.com/office/officeart/2016/7/layout/RepeatingBendingProcessNew"/>
    <dgm:cxn modelId="{F626BA74-F477-4F73-9D8B-9446F7B7931B}" type="presParOf" srcId="{13DABD83-2CEE-46C9-A8BC-C4BC69463A3E}" destId="{DA954316-6B2A-47A2-BD31-7A62CFE109B7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1059C6-7EA6-4A16-8565-142853D7113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69CCF7F-D34E-41F5-98E7-C4F9DB3892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Try ResNet or Vision Transformer</a:t>
          </a:r>
        </a:p>
      </dgm:t>
    </dgm:pt>
    <dgm:pt modelId="{26115E34-1185-4076-B958-CBA9CF497EA6}" type="parTrans" cxnId="{0E2F113A-FB9C-47F4-A298-AAB92BE2C9FE}">
      <dgm:prSet/>
      <dgm:spPr/>
      <dgm:t>
        <a:bodyPr/>
        <a:lstStyle/>
        <a:p>
          <a:endParaRPr lang="en-US"/>
        </a:p>
      </dgm:t>
    </dgm:pt>
    <dgm:pt modelId="{4F60DC23-49E3-47B9-8480-A08D62907582}" type="sibTrans" cxnId="{0E2F113A-FB9C-47F4-A298-AAB92BE2C9FE}">
      <dgm:prSet/>
      <dgm:spPr/>
      <dgm:t>
        <a:bodyPr/>
        <a:lstStyle/>
        <a:p>
          <a:endParaRPr lang="en-US"/>
        </a:p>
      </dgm:t>
    </dgm:pt>
    <dgm:pt modelId="{4867A489-D0C3-4C74-9927-89FFD155F1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Add Dropout for regularization</a:t>
          </a:r>
        </a:p>
      </dgm:t>
    </dgm:pt>
    <dgm:pt modelId="{022463CD-D29B-4B16-9DEB-16DD7BBE6039}" type="parTrans" cxnId="{27FBB9CA-A627-4753-8C3A-F8E380A31A78}">
      <dgm:prSet/>
      <dgm:spPr/>
      <dgm:t>
        <a:bodyPr/>
        <a:lstStyle/>
        <a:p>
          <a:endParaRPr lang="en-US"/>
        </a:p>
      </dgm:t>
    </dgm:pt>
    <dgm:pt modelId="{DE77217D-22B5-476A-8380-E4E139F6EF50}" type="sibTrans" cxnId="{27FBB9CA-A627-4753-8C3A-F8E380A31A78}">
      <dgm:prSet/>
      <dgm:spPr/>
      <dgm:t>
        <a:bodyPr/>
        <a:lstStyle/>
        <a:p>
          <a:endParaRPr lang="en-US"/>
        </a:p>
      </dgm:t>
    </dgm:pt>
    <dgm:pt modelId="{6107D603-03F7-4342-8CCE-7EC34C0378D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Implement batch normalization</a:t>
          </a:r>
        </a:p>
      </dgm:t>
    </dgm:pt>
    <dgm:pt modelId="{E8328CBC-F9B7-4372-8BBE-DCA05615D071}" type="parTrans" cxnId="{E03D17D9-25FD-44D3-907F-C13AAEDDD0F6}">
      <dgm:prSet/>
      <dgm:spPr/>
      <dgm:t>
        <a:bodyPr/>
        <a:lstStyle/>
        <a:p>
          <a:endParaRPr lang="en-US"/>
        </a:p>
      </dgm:t>
    </dgm:pt>
    <dgm:pt modelId="{406C4340-4B07-4A9A-B2C0-7541C276320B}" type="sibTrans" cxnId="{E03D17D9-25FD-44D3-907F-C13AAEDDD0F6}">
      <dgm:prSet/>
      <dgm:spPr/>
      <dgm:t>
        <a:bodyPr/>
        <a:lstStyle/>
        <a:p>
          <a:endParaRPr lang="en-US"/>
        </a:p>
      </dgm:t>
    </dgm:pt>
    <dgm:pt modelId="{5F5AB826-74E3-434C-A320-D3C78510DFF4}" type="pres">
      <dgm:prSet presAssocID="{131059C6-7EA6-4A16-8565-142853D7113B}" presName="root" presStyleCnt="0">
        <dgm:presLayoutVars>
          <dgm:dir/>
          <dgm:resizeHandles val="exact"/>
        </dgm:presLayoutVars>
      </dgm:prSet>
      <dgm:spPr/>
    </dgm:pt>
    <dgm:pt modelId="{B187DE70-C533-4FF9-A6C1-64D8B710092B}" type="pres">
      <dgm:prSet presAssocID="{169CCF7F-D34E-41F5-98E7-C4F9DB389290}" presName="compNode" presStyleCnt="0"/>
      <dgm:spPr/>
    </dgm:pt>
    <dgm:pt modelId="{788A6AB4-2F59-429C-BF71-1E67E483C78B}" type="pres">
      <dgm:prSet presAssocID="{169CCF7F-D34E-41F5-98E7-C4F9DB389290}" presName="iconBgRect" presStyleLbl="bgShp" presStyleIdx="0" presStyleCnt="3"/>
      <dgm:spPr/>
    </dgm:pt>
    <dgm:pt modelId="{B49DD72B-1768-4784-BAA8-D8EE6A008E7A}" type="pres">
      <dgm:prSet presAssocID="{169CCF7F-D34E-41F5-98E7-C4F9DB38929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499B4137-3868-4B7D-BD7A-90FE68DCC193}" type="pres">
      <dgm:prSet presAssocID="{169CCF7F-D34E-41F5-98E7-C4F9DB389290}" presName="spaceRect" presStyleCnt="0"/>
      <dgm:spPr/>
    </dgm:pt>
    <dgm:pt modelId="{D3F4E924-5F28-4D5C-92DD-3C0B2BCEA131}" type="pres">
      <dgm:prSet presAssocID="{169CCF7F-D34E-41F5-98E7-C4F9DB389290}" presName="textRect" presStyleLbl="revTx" presStyleIdx="0" presStyleCnt="3">
        <dgm:presLayoutVars>
          <dgm:chMax val="1"/>
          <dgm:chPref val="1"/>
        </dgm:presLayoutVars>
      </dgm:prSet>
      <dgm:spPr/>
    </dgm:pt>
    <dgm:pt modelId="{BD0BB1FA-B7FD-4DF1-B375-F712FEFC6EF3}" type="pres">
      <dgm:prSet presAssocID="{4F60DC23-49E3-47B9-8480-A08D62907582}" presName="sibTrans" presStyleCnt="0"/>
      <dgm:spPr/>
    </dgm:pt>
    <dgm:pt modelId="{EDE1E78E-B9B8-40B6-82B6-A69FD1428FF0}" type="pres">
      <dgm:prSet presAssocID="{4867A489-D0C3-4C74-9927-89FFD155F10A}" presName="compNode" presStyleCnt="0"/>
      <dgm:spPr/>
    </dgm:pt>
    <dgm:pt modelId="{0B3C5E33-14EA-4B88-B531-EB7D254545BD}" type="pres">
      <dgm:prSet presAssocID="{4867A489-D0C3-4C74-9927-89FFD155F10A}" presName="iconBgRect" presStyleLbl="bgShp" presStyleIdx="1" presStyleCnt="3"/>
      <dgm:spPr/>
    </dgm:pt>
    <dgm:pt modelId="{6ADE91A8-A53D-458A-B586-6CAB0322D88E}" type="pres">
      <dgm:prSet presAssocID="{4867A489-D0C3-4C74-9927-89FFD155F10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47218A0A-EFDE-4DBC-8858-BD926A459AC2}" type="pres">
      <dgm:prSet presAssocID="{4867A489-D0C3-4C74-9927-89FFD155F10A}" presName="spaceRect" presStyleCnt="0"/>
      <dgm:spPr/>
    </dgm:pt>
    <dgm:pt modelId="{49122ADA-53F9-45E9-91DF-28E5E47BE0AD}" type="pres">
      <dgm:prSet presAssocID="{4867A489-D0C3-4C74-9927-89FFD155F10A}" presName="textRect" presStyleLbl="revTx" presStyleIdx="1" presStyleCnt="3">
        <dgm:presLayoutVars>
          <dgm:chMax val="1"/>
          <dgm:chPref val="1"/>
        </dgm:presLayoutVars>
      </dgm:prSet>
      <dgm:spPr/>
    </dgm:pt>
    <dgm:pt modelId="{5DD574F5-A4EA-4F17-B2B0-000E7C570102}" type="pres">
      <dgm:prSet presAssocID="{DE77217D-22B5-476A-8380-E4E139F6EF50}" presName="sibTrans" presStyleCnt="0"/>
      <dgm:spPr/>
    </dgm:pt>
    <dgm:pt modelId="{81248BB1-501B-46E9-862C-B38C8A2298B3}" type="pres">
      <dgm:prSet presAssocID="{6107D603-03F7-4342-8CCE-7EC34C0378D3}" presName="compNode" presStyleCnt="0"/>
      <dgm:spPr/>
    </dgm:pt>
    <dgm:pt modelId="{4828EA87-DE2B-41C6-894B-F1C71BC9C812}" type="pres">
      <dgm:prSet presAssocID="{6107D603-03F7-4342-8CCE-7EC34C0378D3}" presName="iconBgRect" presStyleLbl="bgShp" presStyleIdx="2" presStyleCnt="3"/>
      <dgm:spPr/>
    </dgm:pt>
    <dgm:pt modelId="{73E338B3-466C-4C29-8633-09C4F336462E}" type="pres">
      <dgm:prSet presAssocID="{6107D603-03F7-4342-8CCE-7EC34C0378D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F315D4-93A8-417A-A9A7-2591985CB78E}" type="pres">
      <dgm:prSet presAssocID="{6107D603-03F7-4342-8CCE-7EC34C0378D3}" presName="spaceRect" presStyleCnt="0"/>
      <dgm:spPr/>
    </dgm:pt>
    <dgm:pt modelId="{D4A64479-39A6-46AD-809C-4F12C2955A33}" type="pres">
      <dgm:prSet presAssocID="{6107D603-03F7-4342-8CCE-7EC34C0378D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E2F113A-FB9C-47F4-A298-AAB92BE2C9FE}" srcId="{131059C6-7EA6-4A16-8565-142853D7113B}" destId="{169CCF7F-D34E-41F5-98E7-C4F9DB389290}" srcOrd="0" destOrd="0" parTransId="{26115E34-1185-4076-B958-CBA9CF497EA6}" sibTransId="{4F60DC23-49E3-47B9-8480-A08D62907582}"/>
    <dgm:cxn modelId="{98672B3D-A0B3-4295-AE0D-9E46D6A3784A}" type="presOf" srcId="{131059C6-7EA6-4A16-8565-142853D7113B}" destId="{5F5AB826-74E3-434C-A320-D3C78510DFF4}" srcOrd="0" destOrd="0" presId="urn:microsoft.com/office/officeart/2018/5/layout/IconCircleLabelList"/>
    <dgm:cxn modelId="{092DEA3D-B802-4FAA-B2BB-EDFD250FDE33}" type="presOf" srcId="{6107D603-03F7-4342-8CCE-7EC34C0378D3}" destId="{D4A64479-39A6-46AD-809C-4F12C2955A33}" srcOrd="0" destOrd="0" presId="urn:microsoft.com/office/officeart/2018/5/layout/IconCircleLabelList"/>
    <dgm:cxn modelId="{FE258E8C-695B-4EE5-B52E-576A27E0EBA7}" type="presOf" srcId="{169CCF7F-D34E-41F5-98E7-C4F9DB389290}" destId="{D3F4E924-5F28-4D5C-92DD-3C0B2BCEA131}" srcOrd="0" destOrd="0" presId="urn:microsoft.com/office/officeart/2018/5/layout/IconCircleLabelList"/>
    <dgm:cxn modelId="{3A5BEFBC-EECC-47CB-8682-5C25AE10804C}" type="presOf" srcId="{4867A489-D0C3-4C74-9927-89FFD155F10A}" destId="{49122ADA-53F9-45E9-91DF-28E5E47BE0AD}" srcOrd="0" destOrd="0" presId="urn:microsoft.com/office/officeart/2018/5/layout/IconCircleLabelList"/>
    <dgm:cxn modelId="{27FBB9CA-A627-4753-8C3A-F8E380A31A78}" srcId="{131059C6-7EA6-4A16-8565-142853D7113B}" destId="{4867A489-D0C3-4C74-9927-89FFD155F10A}" srcOrd="1" destOrd="0" parTransId="{022463CD-D29B-4B16-9DEB-16DD7BBE6039}" sibTransId="{DE77217D-22B5-476A-8380-E4E139F6EF50}"/>
    <dgm:cxn modelId="{E03D17D9-25FD-44D3-907F-C13AAEDDD0F6}" srcId="{131059C6-7EA6-4A16-8565-142853D7113B}" destId="{6107D603-03F7-4342-8CCE-7EC34C0378D3}" srcOrd="2" destOrd="0" parTransId="{E8328CBC-F9B7-4372-8BBE-DCA05615D071}" sibTransId="{406C4340-4B07-4A9A-B2C0-7541C276320B}"/>
    <dgm:cxn modelId="{A476D805-4448-4152-B9A5-B45B142ED093}" type="presParOf" srcId="{5F5AB826-74E3-434C-A320-D3C78510DFF4}" destId="{B187DE70-C533-4FF9-A6C1-64D8B710092B}" srcOrd="0" destOrd="0" presId="urn:microsoft.com/office/officeart/2018/5/layout/IconCircleLabelList"/>
    <dgm:cxn modelId="{1A55F333-6B31-4B11-B223-5DD346A9CF91}" type="presParOf" srcId="{B187DE70-C533-4FF9-A6C1-64D8B710092B}" destId="{788A6AB4-2F59-429C-BF71-1E67E483C78B}" srcOrd="0" destOrd="0" presId="urn:microsoft.com/office/officeart/2018/5/layout/IconCircleLabelList"/>
    <dgm:cxn modelId="{C0DA91F3-66E5-494C-9A6F-CF6091A2CBD6}" type="presParOf" srcId="{B187DE70-C533-4FF9-A6C1-64D8B710092B}" destId="{B49DD72B-1768-4784-BAA8-D8EE6A008E7A}" srcOrd="1" destOrd="0" presId="urn:microsoft.com/office/officeart/2018/5/layout/IconCircleLabelList"/>
    <dgm:cxn modelId="{D8483B45-921E-4AB6-980E-A3DA034F4009}" type="presParOf" srcId="{B187DE70-C533-4FF9-A6C1-64D8B710092B}" destId="{499B4137-3868-4B7D-BD7A-90FE68DCC193}" srcOrd="2" destOrd="0" presId="urn:microsoft.com/office/officeart/2018/5/layout/IconCircleLabelList"/>
    <dgm:cxn modelId="{5C859C71-C531-43E7-816A-8429452E8493}" type="presParOf" srcId="{B187DE70-C533-4FF9-A6C1-64D8B710092B}" destId="{D3F4E924-5F28-4D5C-92DD-3C0B2BCEA131}" srcOrd="3" destOrd="0" presId="urn:microsoft.com/office/officeart/2018/5/layout/IconCircleLabelList"/>
    <dgm:cxn modelId="{1CE1A296-7791-4E78-B911-567A123BB905}" type="presParOf" srcId="{5F5AB826-74E3-434C-A320-D3C78510DFF4}" destId="{BD0BB1FA-B7FD-4DF1-B375-F712FEFC6EF3}" srcOrd="1" destOrd="0" presId="urn:microsoft.com/office/officeart/2018/5/layout/IconCircleLabelList"/>
    <dgm:cxn modelId="{F5B59A79-A643-4170-BFDE-19659D765877}" type="presParOf" srcId="{5F5AB826-74E3-434C-A320-D3C78510DFF4}" destId="{EDE1E78E-B9B8-40B6-82B6-A69FD1428FF0}" srcOrd="2" destOrd="0" presId="urn:microsoft.com/office/officeart/2018/5/layout/IconCircleLabelList"/>
    <dgm:cxn modelId="{DBD3CBCB-C011-42D3-8068-D4E76DAA8830}" type="presParOf" srcId="{EDE1E78E-B9B8-40B6-82B6-A69FD1428FF0}" destId="{0B3C5E33-14EA-4B88-B531-EB7D254545BD}" srcOrd="0" destOrd="0" presId="urn:microsoft.com/office/officeart/2018/5/layout/IconCircleLabelList"/>
    <dgm:cxn modelId="{3D2CDCDA-AEBD-45AB-93CC-79BC4C875723}" type="presParOf" srcId="{EDE1E78E-B9B8-40B6-82B6-A69FD1428FF0}" destId="{6ADE91A8-A53D-458A-B586-6CAB0322D88E}" srcOrd="1" destOrd="0" presId="urn:microsoft.com/office/officeart/2018/5/layout/IconCircleLabelList"/>
    <dgm:cxn modelId="{7389411A-A039-4B93-8942-14B69FFEE981}" type="presParOf" srcId="{EDE1E78E-B9B8-40B6-82B6-A69FD1428FF0}" destId="{47218A0A-EFDE-4DBC-8858-BD926A459AC2}" srcOrd="2" destOrd="0" presId="urn:microsoft.com/office/officeart/2018/5/layout/IconCircleLabelList"/>
    <dgm:cxn modelId="{4EE50091-01FD-4B87-84B8-18C113AAD5B7}" type="presParOf" srcId="{EDE1E78E-B9B8-40B6-82B6-A69FD1428FF0}" destId="{49122ADA-53F9-45E9-91DF-28E5E47BE0AD}" srcOrd="3" destOrd="0" presId="urn:microsoft.com/office/officeart/2018/5/layout/IconCircleLabelList"/>
    <dgm:cxn modelId="{E26E89D1-7EA3-4D3A-B96B-460C2010288A}" type="presParOf" srcId="{5F5AB826-74E3-434C-A320-D3C78510DFF4}" destId="{5DD574F5-A4EA-4F17-B2B0-000E7C570102}" srcOrd="3" destOrd="0" presId="urn:microsoft.com/office/officeart/2018/5/layout/IconCircleLabelList"/>
    <dgm:cxn modelId="{AEB8F539-B798-4FC6-B5D5-125123DE7846}" type="presParOf" srcId="{5F5AB826-74E3-434C-A320-D3C78510DFF4}" destId="{81248BB1-501B-46E9-862C-B38C8A2298B3}" srcOrd="4" destOrd="0" presId="urn:microsoft.com/office/officeart/2018/5/layout/IconCircleLabelList"/>
    <dgm:cxn modelId="{07CFDA52-010A-4697-BA6E-D9647BA30BEA}" type="presParOf" srcId="{81248BB1-501B-46E9-862C-B38C8A2298B3}" destId="{4828EA87-DE2B-41C6-894B-F1C71BC9C812}" srcOrd="0" destOrd="0" presId="urn:microsoft.com/office/officeart/2018/5/layout/IconCircleLabelList"/>
    <dgm:cxn modelId="{E81F8580-DFA2-46F6-9E18-0DF9139169BC}" type="presParOf" srcId="{81248BB1-501B-46E9-862C-B38C8A2298B3}" destId="{73E338B3-466C-4C29-8633-09C4F336462E}" srcOrd="1" destOrd="0" presId="urn:microsoft.com/office/officeart/2018/5/layout/IconCircleLabelList"/>
    <dgm:cxn modelId="{4618D680-87A0-48CE-A012-688235B9A3E6}" type="presParOf" srcId="{81248BB1-501B-46E9-862C-B38C8A2298B3}" destId="{64F315D4-93A8-417A-A9A7-2591985CB78E}" srcOrd="2" destOrd="0" presId="urn:microsoft.com/office/officeart/2018/5/layout/IconCircleLabelList"/>
    <dgm:cxn modelId="{767EC10D-D48E-4884-8F00-352B6B4F663E}" type="presParOf" srcId="{81248BB1-501B-46E9-862C-B38C8A2298B3}" destId="{D4A64479-39A6-46AD-809C-4F12C2955A3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8D6B8F8-AA20-4B94-9787-DB626543FEF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AD05D8A-D6B9-4D42-9DD9-C8B9972DC1EC}">
      <dgm:prSet/>
      <dgm:spPr/>
      <dgm:t>
        <a:bodyPr/>
        <a:lstStyle/>
        <a:p>
          <a:r>
            <a:rPr lang="en-US"/>
            <a:t>• Task: 12-class image classification (planets &amp; asteroids)</a:t>
          </a:r>
        </a:p>
      </dgm:t>
    </dgm:pt>
    <dgm:pt modelId="{EC45C3DE-E5F7-46BB-9CC6-4B0AB428C920}" type="parTrans" cxnId="{5E1B01E2-4672-404C-B9B6-241293AA3712}">
      <dgm:prSet/>
      <dgm:spPr/>
      <dgm:t>
        <a:bodyPr/>
        <a:lstStyle/>
        <a:p>
          <a:endParaRPr lang="en-US"/>
        </a:p>
      </dgm:t>
    </dgm:pt>
    <dgm:pt modelId="{97AB7FE9-A0C2-49C8-B429-14111735A87B}" type="sibTrans" cxnId="{5E1B01E2-4672-404C-B9B6-241293AA3712}">
      <dgm:prSet/>
      <dgm:spPr/>
      <dgm:t>
        <a:bodyPr/>
        <a:lstStyle/>
        <a:p>
          <a:endParaRPr lang="en-US"/>
        </a:p>
      </dgm:t>
    </dgm:pt>
    <dgm:pt modelId="{3F2949B9-1E2C-48D4-B37E-6E138B59F9F9}">
      <dgm:prSet/>
      <dgm:spPr/>
      <dgm:t>
        <a:bodyPr/>
        <a:lstStyle/>
        <a:p>
          <a:r>
            <a:rPr lang="en-US"/>
            <a:t>• Dataset: ~3,600 training images across 12 classes</a:t>
          </a:r>
        </a:p>
      </dgm:t>
    </dgm:pt>
    <dgm:pt modelId="{EA266A9E-22F3-4F21-8C67-D1EE2A7A9689}" type="parTrans" cxnId="{1284CC11-933D-41E9-8EEF-643FC80F3AED}">
      <dgm:prSet/>
      <dgm:spPr/>
      <dgm:t>
        <a:bodyPr/>
        <a:lstStyle/>
        <a:p>
          <a:endParaRPr lang="en-US"/>
        </a:p>
      </dgm:t>
    </dgm:pt>
    <dgm:pt modelId="{C2616FAA-CF7E-4593-8BF2-C085BCCCEA71}" type="sibTrans" cxnId="{1284CC11-933D-41E9-8EEF-643FC80F3AED}">
      <dgm:prSet/>
      <dgm:spPr/>
      <dgm:t>
        <a:bodyPr/>
        <a:lstStyle/>
        <a:p>
          <a:endParaRPr lang="en-US"/>
        </a:p>
      </dgm:t>
    </dgm:pt>
    <dgm:pt modelId="{540D388C-82CB-4992-B103-8A0D7F59BFB2}">
      <dgm:prSet/>
      <dgm:spPr/>
      <dgm:t>
        <a:bodyPr/>
        <a:lstStyle/>
        <a:p>
          <a:r>
            <a:rPr lang="en-US"/>
            <a:t>• Goal: Compare traditional CNN vs Transfer Learning</a:t>
          </a:r>
        </a:p>
      </dgm:t>
    </dgm:pt>
    <dgm:pt modelId="{9AD5F0C0-DAE7-451A-B706-FF5EDE2E2E24}" type="parTrans" cxnId="{823F3947-A8D4-42E8-AFA8-7048AD79D431}">
      <dgm:prSet/>
      <dgm:spPr/>
      <dgm:t>
        <a:bodyPr/>
        <a:lstStyle/>
        <a:p>
          <a:endParaRPr lang="en-US"/>
        </a:p>
      </dgm:t>
    </dgm:pt>
    <dgm:pt modelId="{E3FEDE6C-031B-49E5-9162-013B4FC76E74}" type="sibTrans" cxnId="{823F3947-A8D4-42E8-AFA8-7048AD79D431}">
      <dgm:prSet/>
      <dgm:spPr/>
      <dgm:t>
        <a:bodyPr/>
        <a:lstStyle/>
        <a:p>
          <a:endParaRPr lang="en-US"/>
        </a:p>
      </dgm:t>
    </dgm:pt>
    <dgm:pt modelId="{5145EF92-F1B0-4D11-AF4D-DBDE9E4FB0D4}">
      <dgm:prSet/>
      <dgm:spPr/>
      <dgm:t>
        <a:bodyPr/>
        <a:lstStyle/>
        <a:p>
          <a:r>
            <a:rPr lang="en-US"/>
            <a:t>• Baseline: Original AlexNet trained from scratch</a:t>
          </a:r>
        </a:p>
      </dgm:t>
    </dgm:pt>
    <dgm:pt modelId="{E6BDEE5F-CA92-49EF-B7F8-46D72486E077}" type="parTrans" cxnId="{47D3E9DA-D787-448D-959F-DF515A83A5AD}">
      <dgm:prSet/>
      <dgm:spPr/>
      <dgm:t>
        <a:bodyPr/>
        <a:lstStyle/>
        <a:p>
          <a:endParaRPr lang="en-US"/>
        </a:p>
      </dgm:t>
    </dgm:pt>
    <dgm:pt modelId="{6A4500EB-1B59-462F-8FDB-6A96CFF79990}" type="sibTrans" cxnId="{47D3E9DA-D787-448D-959F-DF515A83A5AD}">
      <dgm:prSet/>
      <dgm:spPr/>
      <dgm:t>
        <a:bodyPr/>
        <a:lstStyle/>
        <a:p>
          <a:endParaRPr lang="en-US"/>
        </a:p>
      </dgm:t>
    </dgm:pt>
    <dgm:pt modelId="{121F8CE9-C441-459D-B7A9-81FBD2F8DFB8}">
      <dgm:prSet/>
      <dgm:spPr/>
      <dgm:t>
        <a:bodyPr/>
        <a:lstStyle/>
        <a:p>
          <a:r>
            <a:rPr lang="en-US"/>
            <a:t>• Transfer: VGG16 with pretrained ImageNet weights</a:t>
          </a:r>
        </a:p>
      </dgm:t>
    </dgm:pt>
    <dgm:pt modelId="{6B708843-88FC-4D57-A9B0-6C15CFC72A09}" type="parTrans" cxnId="{3F2A17A5-12B0-4404-AEBE-FCA60CCA3FCB}">
      <dgm:prSet/>
      <dgm:spPr/>
      <dgm:t>
        <a:bodyPr/>
        <a:lstStyle/>
        <a:p>
          <a:endParaRPr lang="en-US"/>
        </a:p>
      </dgm:t>
    </dgm:pt>
    <dgm:pt modelId="{D4E55F6C-8BC4-4CCC-BD26-2A43C58E10C1}" type="sibTrans" cxnId="{3F2A17A5-12B0-4404-AEBE-FCA60CCA3FCB}">
      <dgm:prSet/>
      <dgm:spPr/>
      <dgm:t>
        <a:bodyPr/>
        <a:lstStyle/>
        <a:p>
          <a:endParaRPr lang="en-US"/>
        </a:p>
      </dgm:t>
    </dgm:pt>
    <dgm:pt modelId="{AB1EB989-905C-4683-AD18-75AE08106EF6}" type="pres">
      <dgm:prSet presAssocID="{28D6B8F8-AA20-4B94-9787-DB626543FEFE}" presName="outerComposite" presStyleCnt="0">
        <dgm:presLayoutVars>
          <dgm:chMax val="5"/>
          <dgm:dir/>
          <dgm:resizeHandles val="exact"/>
        </dgm:presLayoutVars>
      </dgm:prSet>
      <dgm:spPr/>
    </dgm:pt>
    <dgm:pt modelId="{A63A0611-DA65-4347-9B92-C42F7543E465}" type="pres">
      <dgm:prSet presAssocID="{28D6B8F8-AA20-4B94-9787-DB626543FEFE}" presName="dummyMaxCanvas" presStyleCnt="0">
        <dgm:presLayoutVars/>
      </dgm:prSet>
      <dgm:spPr/>
    </dgm:pt>
    <dgm:pt modelId="{05E8AC13-3B6A-4FA1-94EE-7946FAC3829A}" type="pres">
      <dgm:prSet presAssocID="{28D6B8F8-AA20-4B94-9787-DB626543FEFE}" presName="FiveNodes_1" presStyleLbl="node1" presStyleIdx="0" presStyleCnt="5">
        <dgm:presLayoutVars>
          <dgm:bulletEnabled val="1"/>
        </dgm:presLayoutVars>
      </dgm:prSet>
      <dgm:spPr/>
    </dgm:pt>
    <dgm:pt modelId="{21383580-9C71-400C-94DE-040BFA75BB32}" type="pres">
      <dgm:prSet presAssocID="{28D6B8F8-AA20-4B94-9787-DB626543FEFE}" presName="FiveNodes_2" presStyleLbl="node1" presStyleIdx="1" presStyleCnt="5">
        <dgm:presLayoutVars>
          <dgm:bulletEnabled val="1"/>
        </dgm:presLayoutVars>
      </dgm:prSet>
      <dgm:spPr/>
    </dgm:pt>
    <dgm:pt modelId="{7AEC3A57-13CD-41EC-84A2-DCBAA044A9D8}" type="pres">
      <dgm:prSet presAssocID="{28D6B8F8-AA20-4B94-9787-DB626543FEFE}" presName="FiveNodes_3" presStyleLbl="node1" presStyleIdx="2" presStyleCnt="5">
        <dgm:presLayoutVars>
          <dgm:bulletEnabled val="1"/>
        </dgm:presLayoutVars>
      </dgm:prSet>
      <dgm:spPr/>
    </dgm:pt>
    <dgm:pt modelId="{0CAAAAC6-85E8-4A51-A18A-C45400752D0B}" type="pres">
      <dgm:prSet presAssocID="{28D6B8F8-AA20-4B94-9787-DB626543FEFE}" presName="FiveNodes_4" presStyleLbl="node1" presStyleIdx="3" presStyleCnt="5">
        <dgm:presLayoutVars>
          <dgm:bulletEnabled val="1"/>
        </dgm:presLayoutVars>
      </dgm:prSet>
      <dgm:spPr/>
    </dgm:pt>
    <dgm:pt modelId="{B24AF926-95B2-4765-A9A5-72CABBD93E17}" type="pres">
      <dgm:prSet presAssocID="{28D6B8F8-AA20-4B94-9787-DB626543FEFE}" presName="FiveNodes_5" presStyleLbl="node1" presStyleIdx="4" presStyleCnt="5">
        <dgm:presLayoutVars>
          <dgm:bulletEnabled val="1"/>
        </dgm:presLayoutVars>
      </dgm:prSet>
      <dgm:spPr/>
    </dgm:pt>
    <dgm:pt modelId="{7208FAF5-4E98-4BC4-ABCA-54643F2BD75E}" type="pres">
      <dgm:prSet presAssocID="{28D6B8F8-AA20-4B94-9787-DB626543FEFE}" presName="FiveConn_1-2" presStyleLbl="fgAccFollowNode1" presStyleIdx="0" presStyleCnt="4">
        <dgm:presLayoutVars>
          <dgm:bulletEnabled val="1"/>
        </dgm:presLayoutVars>
      </dgm:prSet>
      <dgm:spPr/>
    </dgm:pt>
    <dgm:pt modelId="{7F13A0D7-D1E2-43EF-A31F-244E81782800}" type="pres">
      <dgm:prSet presAssocID="{28D6B8F8-AA20-4B94-9787-DB626543FEFE}" presName="FiveConn_2-3" presStyleLbl="fgAccFollowNode1" presStyleIdx="1" presStyleCnt="4">
        <dgm:presLayoutVars>
          <dgm:bulletEnabled val="1"/>
        </dgm:presLayoutVars>
      </dgm:prSet>
      <dgm:spPr/>
    </dgm:pt>
    <dgm:pt modelId="{5640466D-CD29-4E5C-8B30-8556E7C4CA3C}" type="pres">
      <dgm:prSet presAssocID="{28D6B8F8-AA20-4B94-9787-DB626543FEFE}" presName="FiveConn_3-4" presStyleLbl="fgAccFollowNode1" presStyleIdx="2" presStyleCnt="4">
        <dgm:presLayoutVars>
          <dgm:bulletEnabled val="1"/>
        </dgm:presLayoutVars>
      </dgm:prSet>
      <dgm:spPr/>
    </dgm:pt>
    <dgm:pt modelId="{C3ABA3A8-C51A-48BB-B370-29A47700F982}" type="pres">
      <dgm:prSet presAssocID="{28D6B8F8-AA20-4B94-9787-DB626543FEFE}" presName="FiveConn_4-5" presStyleLbl="fgAccFollowNode1" presStyleIdx="3" presStyleCnt="4">
        <dgm:presLayoutVars>
          <dgm:bulletEnabled val="1"/>
        </dgm:presLayoutVars>
      </dgm:prSet>
      <dgm:spPr/>
    </dgm:pt>
    <dgm:pt modelId="{6E441F8B-C5BD-4ABA-A0CD-DA5E4142ABA2}" type="pres">
      <dgm:prSet presAssocID="{28D6B8F8-AA20-4B94-9787-DB626543FEFE}" presName="FiveNodes_1_text" presStyleLbl="node1" presStyleIdx="4" presStyleCnt="5">
        <dgm:presLayoutVars>
          <dgm:bulletEnabled val="1"/>
        </dgm:presLayoutVars>
      </dgm:prSet>
      <dgm:spPr/>
    </dgm:pt>
    <dgm:pt modelId="{89E3D669-8CC6-466E-9D2A-1A50ED85F1A2}" type="pres">
      <dgm:prSet presAssocID="{28D6B8F8-AA20-4B94-9787-DB626543FEFE}" presName="FiveNodes_2_text" presStyleLbl="node1" presStyleIdx="4" presStyleCnt="5">
        <dgm:presLayoutVars>
          <dgm:bulletEnabled val="1"/>
        </dgm:presLayoutVars>
      </dgm:prSet>
      <dgm:spPr/>
    </dgm:pt>
    <dgm:pt modelId="{55B9FDB2-0E4B-4A1A-862D-216F2CF356E5}" type="pres">
      <dgm:prSet presAssocID="{28D6B8F8-AA20-4B94-9787-DB626543FEFE}" presName="FiveNodes_3_text" presStyleLbl="node1" presStyleIdx="4" presStyleCnt="5">
        <dgm:presLayoutVars>
          <dgm:bulletEnabled val="1"/>
        </dgm:presLayoutVars>
      </dgm:prSet>
      <dgm:spPr/>
    </dgm:pt>
    <dgm:pt modelId="{A3F73B08-AB47-4278-8D47-A80641B16A58}" type="pres">
      <dgm:prSet presAssocID="{28D6B8F8-AA20-4B94-9787-DB626543FEFE}" presName="FiveNodes_4_text" presStyleLbl="node1" presStyleIdx="4" presStyleCnt="5">
        <dgm:presLayoutVars>
          <dgm:bulletEnabled val="1"/>
        </dgm:presLayoutVars>
      </dgm:prSet>
      <dgm:spPr/>
    </dgm:pt>
    <dgm:pt modelId="{DF1220D9-872A-4446-BABB-A11B12C413B9}" type="pres">
      <dgm:prSet presAssocID="{28D6B8F8-AA20-4B94-9787-DB626543FEF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284CC11-933D-41E9-8EEF-643FC80F3AED}" srcId="{28D6B8F8-AA20-4B94-9787-DB626543FEFE}" destId="{3F2949B9-1E2C-48D4-B37E-6E138B59F9F9}" srcOrd="1" destOrd="0" parTransId="{EA266A9E-22F3-4F21-8C67-D1EE2A7A9689}" sibTransId="{C2616FAA-CF7E-4593-8BF2-C085BCCCEA71}"/>
    <dgm:cxn modelId="{644AAC29-2155-48D3-A2C0-5E3725708F6F}" type="presOf" srcId="{5145EF92-F1B0-4D11-AF4D-DBDE9E4FB0D4}" destId="{A3F73B08-AB47-4278-8D47-A80641B16A58}" srcOrd="1" destOrd="0" presId="urn:microsoft.com/office/officeart/2005/8/layout/vProcess5"/>
    <dgm:cxn modelId="{9E2E6B3F-E326-4DF2-80C8-24C6847FB37C}" type="presOf" srcId="{28D6B8F8-AA20-4B94-9787-DB626543FEFE}" destId="{AB1EB989-905C-4683-AD18-75AE08106EF6}" srcOrd="0" destOrd="0" presId="urn:microsoft.com/office/officeart/2005/8/layout/vProcess5"/>
    <dgm:cxn modelId="{823F3947-A8D4-42E8-AFA8-7048AD79D431}" srcId="{28D6B8F8-AA20-4B94-9787-DB626543FEFE}" destId="{540D388C-82CB-4992-B103-8A0D7F59BFB2}" srcOrd="2" destOrd="0" parTransId="{9AD5F0C0-DAE7-451A-B706-FF5EDE2E2E24}" sibTransId="{E3FEDE6C-031B-49E5-9162-013B4FC76E74}"/>
    <dgm:cxn modelId="{91C49873-25F4-463B-B1AE-9687B8333CA8}" type="presOf" srcId="{0AD05D8A-D6B9-4D42-9DD9-C8B9972DC1EC}" destId="{6E441F8B-C5BD-4ABA-A0CD-DA5E4142ABA2}" srcOrd="1" destOrd="0" presId="urn:microsoft.com/office/officeart/2005/8/layout/vProcess5"/>
    <dgm:cxn modelId="{9EF1AB74-800E-417E-968A-B63DB5F2AD89}" type="presOf" srcId="{540D388C-82CB-4992-B103-8A0D7F59BFB2}" destId="{55B9FDB2-0E4B-4A1A-862D-216F2CF356E5}" srcOrd="1" destOrd="0" presId="urn:microsoft.com/office/officeart/2005/8/layout/vProcess5"/>
    <dgm:cxn modelId="{288A2856-1E0E-481F-9AC9-1E28AAA15629}" type="presOf" srcId="{540D388C-82CB-4992-B103-8A0D7F59BFB2}" destId="{7AEC3A57-13CD-41EC-84A2-DCBAA044A9D8}" srcOrd="0" destOrd="0" presId="urn:microsoft.com/office/officeart/2005/8/layout/vProcess5"/>
    <dgm:cxn modelId="{BEFEB699-0D37-4326-8D0B-B6559620C770}" type="presOf" srcId="{3F2949B9-1E2C-48D4-B37E-6E138B59F9F9}" destId="{89E3D669-8CC6-466E-9D2A-1A50ED85F1A2}" srcOrd="1" destOrd="0" presId="urn:microsoft.com/office/officeart/2005/8/layout/vProcess5"/>
    <dgm:cxn modelId="{3F2A17A5-12B0-4404-AEBE-FCA60CCA3FCB}" srcId="{28D6B8F8-AA20-4B94-9787-DB626543FEFE}" destId="{121F8CE9-C441-459D-B7A9-81FBD2F8DFB8}" srcOrd="4" destOrd="0" parTransId="{6B708843-88FC-4D57-A9B0-6C15CFC72A09}" sibTransId="{D4E55F6C-8BC4-4CCC-BD26-2A43C58E10C1}"/>
    <dgm:cxn modelId="{109CE5AF-54E3-40C5-9D36-3C49C7909AEE}" type="presOf" srcId="{3F2949B9-1E2C-48D4-B37E-6E138B59F9F9}" destId="{21383580-9C71-400C-94DE-040BFA75BB32}" srcOrd="0" destOrd="0" presId="urn:microsoft.com/office/officeart/2005/8/layout/vProcess5"/>
    <dgm:cxn modelId="{43DE65B8-5930-4FE4-9FD2-09FA9F7E4156}" type="presOf" srcId="{C2616FAA-CF7E-4593-8BF2-C085BCCCEA71}" destId="{7F13A0D7-D1E2-43EF-A31F-244E81782800}" srcOrd="0" destOrd="0" presId="urn:microsoft.com/office/officeart/2005/8/layout/vProcess5"/>
    <dgm:cxn modelId="{1FA567B8-AB3B-4B99-B21E-73F5F5066903}" type="presOf" srcId="{121F8CE9-C441-459D-B7A9-81FBD2F8DFB8}" destId="{DF1220D9-872A-4446-BABB-A11B12C413B9}" srcOrd="1" destOrd="0" presId="urn:microsoft.com/office/officeart/2005/8/layout/vProcess5"/>
    <dgm:cxn modelId="{3821A6BE-E8FB-457E-926C-C1DFDFC0B632}" type="presOf" srcId="{121F8CE9-C441-459D-B7A9-81FBD2F8DFB8}" destId="{B24AF926-95B2-4765-A9A5-72CABBD93E17}" srcOrd="0" destOrd="0" presId="urn:microsoft.com/office/officeart/2005/8/layout/vProcess5"/>
    <dgm:cxn modelId="{656D55D1-DDDE-4550-9B23-6162DBD64E98}" type="presOf" srcId="{6A4500EB-1B59-462F-8FDB-6A96CFF79990}" destId="{C3ABA3A8-C51A-48BB-B370-29A47700F982}" srcOrd="0" destOrd="0" presId="urn:microsoft.com/office/officeart/2005/8/layout/vProcess5"/>
    <dgm:cxn modelId="{47D3E9DA-D787-448D-959F-DF515A83A5AD}" srcId="{28D6B8F8-AA20-4B94-9787-DB626543FEFE}" destId="{5145EF92-F1B0-4D11-AF4D-DBDE9E4FB0D4}" srcOrd="3" destOrd="0" parTransId="{E6BDEE5F-CA92-49EF-B7F8-46D72486E077}" sibTransId="{6A4500EB-1B59-462F-8FDB-6A96CFF79990}"/>
    <dgm:cxn modelId="{CF4AC2DF-83CF-4049-9078-155167C2EACA}" type="presOf" srcId="{5145EF92-F1B0-4D11-AF4D-DBDE9E4FB0D4}" destId="{0CAAAAC6-85E8-4A51-A18A-C45400752D0B}" srcOrd="0" destOrd="0" presId="urn:microsoft.com/office/officeart/2005/8/layout/vProcess5"/>
    <dgm:cxn modelId="{5E1B01E2-4672-404C-B9B6-241293AA3712}" srcId="{28D6B8F8-AA20-4B94-9787-DB626543FEFE}" destId="{0AD05D8A-D6B9-4D42-9DD9-C8B9972DC1EC}" srcOrd="0" destOrd="0" parTransId="{EC45C3DE-E5F7-46BB-9CC6-4B0AB428C920}" sibTransId="{97AB7FE9-A0C2-49C8-B429-14111735A87B}"/>
    <dgm:cxn modelId="{062E8AE6-198E-455D-A662-1755F9CC04F4}" type="presOf" srcId="{97AB7FE9-A0C2-49C8-B429-14111735A87B}" destId="{7208FAF5-4E98-4BC4-ABCA-54643F2BD75E}" srcOrd="0" destOrd="0" presId="urn:microsoft.com/office/officeart/2005/8/layout/vProcess5"/>
    <dgm:cxn modelId="{E19388F0-B23B-4C12-A53F-64131CD4021B}" type="presOf" srcId="{E3FEDE6C-031B-49E5-9162-013B4FC76E74}" destId="{5640466D-CD29-4E5C-8B30-8556E7C4CA3C}" srcOrd="0" destOrd="0" presId="urn:microsoft.com/office/officeart/2005/8/layout/vProcess5"/>
    <dgm:cxn modelId="{60C90DF9-8F03-4805-BAA2-B7F06F8590A0}" type="presOf" srcId="{0AD05D8A-D6B9-4D42-9DD9-C8B9972DC1EC}" destId="{05E8AC13-3B6A-4FA1-94EE-7946FAC3829A}" srcOrd="0" destOrd="0" presId="urn:microsoft.com/office/officeart/2005/8/layout/vProcess5"/>
    <dgm:cxn modelId="{382F55B8-9B15-496E-B5BD-A55BDFAA3C17}" type="presParOf" srcId="{AB1EB989-905C-4683-AD18-75AE08106EF6}" destId="{A63A0611-DA65-4347-9B92-C42F7543E465}" srcOrd="0" destOrd="0" presId="urn:microsoft.com/office/officeart/2005/8/layout/vProcess5"/>
    <dgm:cxn modelId="{3E7D7DAF-60FC-411B-8330-2C365AB936AD}" type="presParOf" srcId="{AB1EB989-905C-4683-AD18-75AE08106EF6}" destId="{05E8AC13-3B6A-4FA1-94EE-7946FAC3829A}" srcOrd="1" destOrd="0" presId="urn:microsoft.com/office/officeart/2005/8/layout/vProcess5"/>
    <dgm:cxn modelId="{B1D3BACA-88E7-47EC-9C0B-8190BAF75AC7}" type="presParOf" srcId="{AB1EB989-905C-4683-AD18-75AE08106EF6}" destId="{21383580-9C71-400C-94DE-040BFA75BB32}" srcOrd="2" destOrd="0" presId="urn:microsoft.com/office/officeart/2005/8/layout/vProcess5"/>
    <dgm:cxn modelId="{A647B3D8-5DA9-405C-9CEE-04896D4982C8}" type="presParOf" srcId="{AB1EB989-905C-4683-AD18-75AE08106EF6}" destId="{7AEC3A57-13CD-41EC-84A2-DCBAA044A9D8}" srcOrd="3" destOrd="0" presId="urn:microsoft.com/office/officeart/2005/8/layout/vProcess5"/>
    <dgm:cxn modelId="{F4581503-4E90-40A0-BC80-9A4617845C6F}" type="presParOf" srcId="{AB1EB989-905C-4683-AD18-75AE08106EF6}" destId="{0CAAAAC6-85E8-4A51-A18A-C45400752D0B}" srcOrd="4" destOrd="0" presId="urn:microsoft.com/office/officeart/2005/8/layout/vProcess5"/>
    <dgm:cxn modelId="{88CF6FB9-D00E-4CD6-BCC3-1116E49BDAB7}" type="presParOf" srcId="{AB1EB989-905C-4683-AD18-75AE08106EF6}" destId="{B24AF926-95B2-4765-A9A5-72CABBD93E17}" srcOrd="5" destOrd="0" presId="urn:microsoft.com/office/officeart/2005/8/layout/vProcess5"/>
    <dgm:cxn modelId="{7223FCA3-ADBB-45A0-9D0C-DEDF942501C7}" type="presParOf" srcId="{AB1EB989-905C-4683-AD18-75AE08106EF6}" destId="{7208FAF5-4E98-4BC4-ABCA-54643F2BD75E}" srcOrd="6" destOrd="0" presId="urn:microsoft.com/office/officeart/2005/8/layout/vProcess5"/>
    <dgm:cxn modelId="{D0A4EC27-5D74-487A-A169-944CE3772149}" type="presParOf" srcId="{AB1EB989-905C-4683-AD18-75AE08106EF6}" destId="{7F13A0D7-D1E2-43EF-A31F-244E81782800}" srcOrd="7" destOrd="0" presId="urn:microsoft.com/office/officeart/2005/8/layout/vProcess5"/>
    <dgm:cxn modelId="{AC58CA5C-8CDE-46CD-8D33-B08B04F272F0}" type="presParOf" srcId="{AB1EB989-905C-4683-AD18-75AE08106EF6}" destId="{5640466D-CD29-4E5C-8B30-8556E7C4CA3C}" srcOrd="8" destOrd="0" presId="urn:microsoft.com/office/officeart/2005/8/layout/vProcess5"/>
    <dgm:cxn modelId="{D28ABA44-AC95-4A51-9ED9-DDCD29884C6E}" type="presParOf" srcId="{AB1EB989-905C-4683-AD18-75AE08106EF6}" destId="{C3ABA3A8-C51A-48BB-B370-29A47700F982}" srcOrd="9" destOrd="0" presId="urn:microsoft.com/office/officeart/2005/8/layout/vProcess5"/>
    <dgm:cxn modelId="{8354A81C-D6A2-440D-8523-AF74773A79DB}" type="presParOf" srcId="{AB1EB989-905C-4683-AD18-75AE08106EF6}" destId="{6E441F8B-C5BD-4ABA-A0CD-DA5E4142ABA2}" srcOrd="10" destOrd="0" presId="urn:microsoft.com/office/officeart/2005/8/layout/vProcess5"/>
    <dgm:cxn modelId="{EEA9CC3B-980E-40D2-97E5-8882234E26F5}" type="presParOf" srcId="{AB1EB989-905C-4683-AD18-75AE08106EF6}" destId="{89E3D669-8CC6-466E-9D2A-1A50ED85F1A2}" srcOrd="11" destOrd="0" presId="urn:microsoft.com/office/officeart/2005/8/layout/vProcess5"/>
    <dgm:cxn modelId="{E3BCDF0F-B435-4981-BA30-99E9DA29B4A7}" type="presParOf" srcId="{AB1EB989-905C-4683-AD18-75AE08106EF6}" destId="{55B9FDB2-0E4B-4A1A-862D-216F2CF356E5}" srcOrd="12" destOrd="0" presId="urn:microsoft.com/office/officeart/2005/8/layout/vProcess5"/>
    <dgm:cxn modelId="{180B412C-950A-406A-9B5F-0385E2D758D4}" type="presParOf" srcId="{AB1EB989-905C-4683-AD18-75AE08106EF6}" destId="{A3F73B08-AB47-4278-8D47-A80641B16A58}" srcOrd="13" destOrd="0" presId="urn:microsoft.com/office/officeart/2005/8/layout/vProcess5"/>
    <dgm:cxn modelId="{4B0F96B1-F4C6-4FBF-BBE1-B41C2B88EFDC}" type="presParOf" srcId="{AB1EB989-905C-4683-AD18-75AE08106EF6}" destId="{DF1220D9-872A-4446-BABB-A11B12C413B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D549D1-D1A1-4DA0-807E-6D51E27CBF2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C95B95E-F947-4A4A-8CF9-87E915FA0392}">
      <dgm:prSet/>
      <dgm:spPr/>
      <dgm:t>
        <a:bodyPr/>
        <a:lstStyle/>
        <a:p>
          <a:r>
            <a:rPr lang="en-US"/>
            <a:t>• Reuse features learned on large datasets (ImageNet)</a:t>
          </a:r>
        </a:p>
      </dgm:t>
    </dgm:pt>
    <dgm:pt modelId="{745EDB22-ED38-4E72-A922-E73A8ABFB948}" type="parTrans" cxnId="{CBDDAE19-B75F-4B96-9E00-609310010321}">
      <dgm:prSet/>
      <dgm:spPr/>
      <dgm:t>
        <a:bodyPr/>
        <a:lstStyle/>
        <a:p>
          <a:endParaRPr lang="en-US"/>
        </a:p>
      </dgm:t>
    </dgm:pt>
    <dgm:pt modelId="{594D2ECB-C971-44EF-9FBA-5677C8FD0693}" type="sibTrans" cxnId="{CBDDAE19-B75F-4B96-9E00-609310010321}">
      <dgm:prSet/>
      <dgm:spPr/>
      <dgm:t>
        <a:bodyPr/>
        <a:lstStyle/>
        <a:p>
          <a:endParaRPr lang="en-US"/>
        </a:p>
      </dgm:t>
    </dgm:pt>
    <dgm:pt modelId="{07F70141-8245-4870-984A-56C7118190BC}">
      <dgm:prSet/>
      <dgm:spPr/>
      <dgm:t>
        <a:bodyPr/>
        <a:lstStyle/>
        <a:p>
          <a:r>
            <a:rPr lang="en-US"/>
            <a:t>• Freeze base model weights (convolutional layers)</a:t>
          </a:r>
        </a:p>
      </dgm:t>
    </dgm:pt>
    <dgm:pt modelId="{CA142EF4-8406-4C6A-98C5-F06811DF3393}" type="parTrans" cxnId="{0E68C6EF-9052-442A-87EF-0307E0FA88E6}">
      <dgm:prSet/>
      <dgm:spPr/>
      <dgm:t>
        <a:bodyPr/>
        <a:lstStyle/>
        <a:p>
          <a:endParaRPr lang="en-US"/>
        </a:p>
      </dgm:t>
    </dgm:pt>
    <dgm:pt modelId="{C3EC3C92-8ACF-4336-A486-499DE4A39509}" type="sibTrans" cxnId="{0E68C6EF-9052-442A-87EF-0307E0FA88E6}">
      <dgm:prSet/>
      <dgm:spPr/>
      <dgm:t>
        <a:bodyPr/>
        <a:lstStyle/>
        <a:p>
          <a:endParaRPr lang="en-US"/>
        </a:p>
      </dgm:t>
    </dgm:pt>
    <dgm:pt modelId="{2DC839E4-77E1-4799-9FD0-15BABA6E026E}">
      <dgm:prSet/>
      <dgm:spPr/>
      <dgm:t>
        <a:bodyPr/>
        <a:lstStyle/>
        <a:p>
          <a:r>
            <a:rPr lang="en-US"/>
            <a:t>• Train only the new classifier head</a:t>
          </a:r>
        </a:p>
      </dgm:t>
    </dgm:pt>
    <dgm:pt modelId="{97D9B78F-B6F5-46CE-8730-67783A5412CF}" type="parTrans" cxnId="{DCA882FE-B31B-4173-B280-87248224E52D}">
      <dgm:prSet/>
      <dgm:spPr/>
      <dgm:t>
        <a:bodyPr/>
        <a:lstStyle/>
        <a:p>
          <a:endParaRPr lang="en-US"/>
        </a:p>
      </dgm:t>
    </dgm:pt>
    <dgm:pt modelId="{CDD9BDBE-7A57-4462-A18A-ECF2E36E57DA}" type="sibTrans" cxnId="{DCA882FE-B31B-4173-B280-87248224E52D}">
      <dgm:prSet/>
      <dgm:spPr/>
      <dgm:t>
        <a:bodyPr/>
        <a:lstStyle/>
        <a:p>
          <a:endParaRPr lang="en-US"/>
        </a:p>
      </dgm:t>
    </dgm:pt>
    <dgm:pt modelId="{67FC28C3-5967-4C4D-9235-1921F1D9A1BC}">
      <dgm:prSet/>
      <dgm:spPr/>
      <dgm:t>
        <a:bodyPr/>
        <a:lstStyle/>
        <a:p>
          <a:r>
            <a:rPr lang="en-US"/>
            <a:t>• Benefits: Faster training, better accuracy, less data needed</a:t>
          </a:r>
        </a:p>
      </dgm:t>
    </dgm:pt>
    <dgm:pt modelId="{C8FEAC8F-88E6-431D-9CD5-75AFF03D9DED}" type="parTrans" cxnId="{AE2A9785-0B88-4A0E-94B0-0A7A20073EC6}">
      <dgm:prSet/>
      <dgm:spPr/>
      <dgm:t>
        <a:bodyPr/>
        <a:lstStyle/>
        <a:p>
          <a:endParaRPr lang="en-US"/>
        </a:p>
      </dgm:t>
    </dgm:pt>
    <dgm:pt modelId="{C37DE5EC-24B8-4A3B-9FB6-5EF5E81D0BDD}" type="sibTrans" cxnId="{AE2A9785-0B88-4A0E-94B0-0A7A20073EC6}">
      <dgm:prSet/>
      <dgm:spPr/>
      <dgm:t>
        <a:bodyPr/>
        <a:lstStyle/>
        <a:p>
          <a:endParaRPr lang="en-US"/>
        </a:p>
      </dgm:t>
    </dgm:pt>
    <dgm:pt modelId="{DAC31F23-E641-4A3A-B0E9-F440D1857923}">
      <dgm:prSet/>
      <dgm:spPr/>
      <dgm:t>
        <a:bodyPr/>
        <a:lstStyle/>
        <a:p>
          <a:r>
            <a:rPr lang="en-US"/>
            <a:t>• Approach: Fine-tuning only the output layer</a:t>
          </a:r>
        </a:p>
      </dgm:t>
    </dgm:pt>
    <dgm:pt modelId="{B3D9688F-8D71-4285-8AB1-588F3C18B76C}" type="parTrans" cxnId="{905217F6-A362-41E7-A5A4-D92727E196F2}">
      <dgm:prSet/>
      <dgm:spPr/>
      <dgm:t>
        <a:bodyPr/>
        <a:lstStyle/>
        <a:p>
          <a:endParaRPr lang="en-US"/>
        </a:p>
      </dgm:t>
    </dgm:pt>
    <dgm:pt modelId="{6343DE27-52CF-4F1C-B3BE-54980F2924D7}" type="sibTrans" cxnId="{905217F6-A362-41E7-A5A4-D92727E196F2}">
      <dgm:prSet/>
      <dgm:spPr/>
      <dgm:t>
        <a:bodyPr/>
        <a:lstStyle/>
        <a:p>
          <a:endParaRPr lang="en-US"/>
        </a:p>
      </dgm:t>
    </dgm:pt>
    <dgm:pt modelId="{0B5E5B8F-2C7D-467E-8C55-3D3E6CAA6F11}" type="pres">
      <dgm:prSet presAssocID="{34D549D1-D1A1-4DA0-807E-6D51E27CBF27}" presName="root" presStyleCnt="0">
        <dgm:presLayoutVars>
          <dgm:dir/>
          <dgm:resizeHandles val="exact"/>
        </dgm:presLayoutVars>
      </dgm:prSet>
      <dgm:spPr/>
    </dgm:pt>
    <dgm:pt modelId="{C690FD9E-7FEB-4B48-A087-B02022FCB401}" type="pres">
      <dgm:prSet presAssocID="{EC95B95E-F947-4A4A-8CF9-87E915FA0392}" presName="compNode" presStyleCnt="0"/>
      <dgm:spPr/>
    </dgm:pt>
    <dgm:pt modelId="{9B8AE021-FC57-4447-903C-4C2454D86F5E}" type="pres">
      <dgm:prSet presAssocID="{EC95B95E-F947-4A4A-8CF9-87E915FA039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7BBD9A5-C5CB-43E9-82BC-A23AB59947E5}" type="pres">
      <dgm:prSet presAssocID="{EC95B95E-F947-4A4A-8CF9-87E915FA0392}" presName="spaceRect" presStyleCnt="0"/>
      <dgm:spPr/>
    </dgm:pt>
    <dgm:pt modelId="{9175B91D-8EF0-4D62-91D5-C44644664629}" type="pres">
      <dgm:prSet presAssocID="{EC95B95E-F947-4A4A-8CF9-87E915FA0392}" presName="textRect" presStyleLbl="revTx" presStyleIdx="0" presStyleCnt="5">
        <dgm:presLayoutVars>
          <dgm:chMax val="1"/>
          <dgm:chPref val="1"/>
        </dgm:presLayoutVars>
      </dgm:prSet>
      <dgm:spPr/>
    </dgm:pt>
    <dgm:pt modelId="{EF36AE77-65BF-485F-B5C9-296A172FA810}" type="pres">
      <dgm:prSet presAssocID="{594D2ECB-C971-44EF-9FBA-5677C8FD0693}" presName="sibTrans" presStyleCnt="0"/>
      <dgm:spPr/>
    </dgm:pt>
    <dgm:pt modelId="{92588A09-9D64-454E-9A6A-E890CB7D7AD5}" type="pres">
      <dgm:prSet presAssocID="{07F70141-8245-4870-984A-56C7118190BC}" presName="compNode" presStyleCnt="0"/>
      <dgm:spPr/>
    </dgm:pt>
    <dgm:pt modelId="{FD71B9C9-7A84-4BF8-844B-AF3A37776054}" type="pres">
      <dgm:prSet presAssocID="{07F70141-8245-4870-984A-56C7118190B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87FF2588-D4DF-404A-BFD3-51CCB8D298A4}" type="pres">
      <dgm:prSet presAssocID="{07F70141-8245-4870-984A-56C7118190BC}" presName="spaceRect" presStyleCnt="0"/>
      <dgm:spPr/>
    </dgm:pt>
    <dgm:pt modelId="{14F93EF4-A7C6-4DE8-8ED5-FAB38D9C0A2C}" type="pres">
      <dgm:prSet presAssocID="{07F70141-8245-4870-984A-56C7118190BC}" presName="textRect" presStyleLbl="revTx" presStyleIdx="1" presStyleCnt="5">
        <dgm:presLayoutVars>
          <dgm:chMax val="1"/>
          <dgm:chPref val="1"/>
        </dgm:presLayoutVars>
      </dgm:prSet>
      <dgm:spPr/>
    </dgm:pt>
    <dgm:pt modelId="{5B1CFFD7-B68E-473A-B30A-C686426BE349}" type="pres">
      <dgm:prSet presAssocID="{C3EC3C92-8ACF-4336-A486-499DE4A39509}" presName="sibTrans" presStyleCnt="0"/>
      <dgm:spPr/>
    </dgm:pt>
    <dgm:pt modelId="{76275428-1E59-45C6-9846-C3EDD5421CBF}" type="pres">
      <dgm:prSet presAssocID="{2DC839E4-77E1-4799-9FD0-15BABA6E026E}" presName="compNode" presStyleCnt="0"/>
      <dgm:spPr/>
    </dgm:pt>
    <dgm:pt modelId="{4A1C4B4E-19B1-41DA-9ECC-4FF9F132711B}" type="pres">
      <dgm:prSet presAssocID="{2DC839E4-77E1-4799-9FD0-15BABA6E026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94522CAB-F8F7-42D6-B6CF-3749261EA134}" type="pres">
      <dgm:prSet presAssocID="{2DC839E4-77E1-4799-9FD0-15BABA6E026E}" presName="spaceRect" presStyleCnt="0"/>
      <dgm:spPr/>
    </dgm:pt>
    <dgm:pt modelId="{53894069-1DFF-4148-8285-5715C8FB3DDB}" type="pres">
      <dgm:prSet presAssocID="{2DC839E4-77E1-4799-9FD0-15BABA6E026E}" presName="textRect" presStyleLbl="revTx" presStyleIdx="2" presStyleCnt="5">
        <dgm:presLayoutVars>
          <dgm:chMax val="1"/>
          <dgm:chPref val="1"/>
        </dgm:presLayoutVars>
      </dgm:prSet>
      <dgm:spPr/>
    </dgm:pt>
    <dgm:pt modelId="{5A928295-C9DF-41D8-9FF5-20EFBBDE2FC2}" type="pres">
      <dgm:prSet presAssocID="{CDD9BDBE-7A57-4462-A18A-ECF2E36E57DA}" presName="sibTrans" presStyleCnt="0"/>
      <dgm:spPr/>
    </dgm:pt>
    <dgm:pt modelId="{EE54CC9D-54BE-4784-ABD9-EE6F70CBC459}" type="pres">
      <dgm:prSet presAssocID="{67FC28C3-5967-4C4D-9235-1921F1D9A1BC}" presName="compNode" presStyleCnt="0"/>
      <dgm:spPr/>
    </dgm:pt>
    <dgm:pt modelId="{676EE88A-DFCD-4259-8EC6-F28B87ED0BCB}" type="pres">
      <dgm:prSet presAssocID="{67FC28C3-5967-4C4D-9235-1921F1D9A1B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93B8FE4D-9262-4750-A9CA-EB2828D6F8F6}" type="pres">
      <dgm:prSet presAssocID="{67FC28C3-5967-4C4D-9235-1921F1D9A1BC}" presName="spaceRect" presStyleCnt="0"/>
      <dgm:spPr/>
    </dgm:pt>
    <dgm:pt modelId="{7E561F93-340F-4E83-8D5A-3E784153E580}" type="pres">
      <dgm:prSet presAssocID="{67FC28C3-5967-4C4D-9235-1921F1D9A1BC}" presName="textRect" presStyleLbl="revTx" presStyleIdx="3" presStyleCnt="5">
        <dgm:presLayoutVars>
          <dgm:chMax val="1"/>
          <dgm:chPref val="1"/>
        </dgm:presLayoutVars>
      </dgm:prSet>
      <dgm:spPr/>
    </dgm:pt>
    <dgm:pt modelId="{9895557D-0146-40BA-9304-DEE7DB6FCFF0}" type="pres">
      <dgm:prSet presAssocID="{C37DE5EC-24B8-4A3B-9FB6-5EF5E81D0BDD}" presName="sibTrans" presStyleCnt="0"/>
      <dgm:spPr/>
    </dgm:pt>
    <dgm:pt modelId="{563ABC18-5664-409A-98A1-D428DB91F6B4}" type="pres">
      <dgm:prSet presAssocID="{DAC31F23-E641-4A3A-B0E9-F440D1857923}" presName="compNode" presStyleCnt="0"/>
      <dgm:spPr/>
    </dgm:pt>
    <dgm:pt modelId="{5628D4A0-EF54-4091-A249-7142C8FFAE88}" type="pres">
      <dgm:prSet presAssocID="{DAC31F23-E641-4A3A-B0E9-F440D185792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B152E7A4-2B46-473D-A9AF-4E2CDFB38E31}" type="pres">
      <dgm:prSet presAssocID="{DAC31F23-E641-4A3A-B0E9-F440D1857923}" presName="spaceRect" presStyleCnt="0"/>
      <dgm:spPr/>
    </dgm:pt>
    <dgm:pt modelId="{10314569-85E3-44E6-904A-8D4494FB68CD}" type="pres">
      <dgm:prSet presAssocID="{DAC31F23-E641-4A3A-B0E9-F440D185792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05E0005-5C78-4E17-99E9-F186BA08B2F1}" type="presOf" srcId="{07F70141-8245-4870-984A-56C7118190BC}" destId="{14F93EF4-A7C6-4DE8-8ED5-FAB38D9C0A2C}" srcOrd="0" destOrd="0" presId="urn:microsoft.com/office/officeart/2018/2/layout/IconLabelList"/>
    <dgm:cxn modelId="{E7260C06-0894-4BAD-A834-86B0805628DB}" type="presOf" srcId="{2DC839E4-77E1-4799-9FD0-15BABA6E026E}" destId="{53894069-1DFF-4148-8285-5715C8FB3DDB}" srcOrd="0" destOrd="0" presId="urn:microsoft.com/office/officeart/2018/2/layout/IconLabelList"/>
    <dgm:cxn modelId="{CBDDAE19-B75F-4B96-9E00-609310010321}" srcId="{34D549D1-D1A1-4DA0-807E-6D51E27CBF27}" destId="{EC95B95E-F947-4A4A-8CF9-87E915FA0392}" srcOrd="0" destOrd="0" parTransId="{745EDB22-ED38-4E72-A922-E73A8ABFB948}" sibTransId="{594D2ECB-C971-44EF-9FBA-5677C8FD0693}"/>
    <dgm:cxn modelId="{E279712A-A627-4998-A1B4-2223157B5446}" type="presOf" srcId="{34D549D1-D1A1-4DA0-807E-6D51E27CBF27}" destId="{0B5E5B8F-2C7D-467E-8C55-3D3E6CAA6F11}" srcOrd="0" destOrd="0" presId="urn:microsoft.com/office/officeart/2018/2/layout/IconLabelList"/>
    <dgm:cxn modelId="{43F4D25D-3668-44DB-8729-1DB256D6622E}" type="presOf" srcId="{EC95B95E-F947-4A4A-8CF9-87E915FA0392}" destId="{9175B91D-8EF0-4D62-91D5-C44644664629}" srcOrd="0" destOrd="0" presId="urn:microsoft.com/office/officeart/2018/2/layout/IconLabelList"/>
    <dgm:cxn modelId="{AE2A9785-0B88-4A0E-94B0-0A7A20073EC6}" srcId="{34D549D1-D1A1-4DA0-807E-6D51E27CBF27}" destId="{67FC28C3-5967-4C4D-9235-1921F1D9A1BC}" srcOrd="3" destOrd="0" parTransId="{C8FEAC8F-88E6-431D-9CD5-75AFF03D9DED}" sibTransId="{C37DE5EC-24B8-4A3B-9FB6-5EF5E81D0BDD}"/>
    <dgm:cxn modelId="{CFD98491-B624-45D2-BCCA-097B9E1C4730}" type="presOf" srcId="{DAC31F23-E641-4A3A-B0E9-F440D1857923}" destId="{10314569-85E3-44E6-904A-8D4494FB68CD}" srcOrd="0" destOrd="0" presId="urn:microsoft.com/office/officeart/2018/2/layout/IconLabelList"/>
    <dgm:cxn modelId="{47DB04EB-2EAE-44A5-9259-AABD2FEBEDCC}" type="presOf" srcId="{67FC28C3-5967-4C4D-9235-1921F1D9A1BC}" destId="{7E561F93-340F-4E83-8D5A-3E784153E580}" srcOrd="0" destOrd="0" presId="urn:microsoft.com/office/officeart/2018/2/layout/IconLabelList"/>
    <dgm:cxn modelId="{0E68C6EF-9052-442A-87EF-0307E0FA88E6}" srcId="{34D549D1-D1A1-4DA0-807E-6D51E27CBF27}" destId="{07F70141-8245-4870-984A-56C7118190BC}" srcOrd="1" destOrd="0" parTransId="{CA142EF4-8406-4C6A-98C5-F06811DF3393}" sibTransId="{C3EC3C92-8ACF-4336-A486-499DE4A39509}"/>
    <dgm:cxn modelId="{905217F6-A362-41E7-A5A4-D92727E196F2}" srcId="{34D549D1-D1A1-4DA0-807E-6D51E27CBF27}" destId="{DAC31F23-E641-4A3A-B0E9-F440D1857923}" srcOrd="4" destOrd="0" parTransId="{B3D9688F-8D71-4285-8AB1-588F3C18B76C}" sibTransId="{6343DE27-52CF-4F1C-B3BE-54980F2924D7}"/>
    <dgm:cxn modelId="{DCA882FE-B31B-4173-B280-87248224E52D}" srcId="{34D549D1-D1A1-4DA0-807E-6D51E27CBF27}" destId="{2DC839E4-77E1-4799-9FD0-15BABA6E026E}" srcOrd="2" destOrd="0" parTransId="{97D9B78F-B6F5-46CE-8730-67783A5412CF}" sibTransId="{CDD9BDBE-7A57-4462-A18A-ECF2E36E57DA}"/>
    <dgm:cxn modelId="{B485AE49-174B-4BF2-BDA1-A8F8387DCEFA}" type="presParOf" srcId="{0B5E5B8F-2C7D-467E-8C55-3D3E6CAA6F11}" destId="{C690FD9E-7FEB-4B48-A087-B02022FCB401}" srcOrd="0" destOrd="0" presId="urn:microsoft.com/office/officeart/2018/2/layout/IconLabelList"/>
    <dgm:cxn modelId="{DFCCB555-C51C-418F-A6BC-CDCD123D38E2}" type="presParOf" srcId="{C690FD9E-7FEB-4B48-A087-B02022FCB401}" destId="{9B8AE021-FC57-4447-903C-4C2454D86F5E}" srcOrd="0" destOrd="0" presId="urn:microsoft.com/office/officeart/2018/2/layout/IconLabelList"/>
    <dgm:cxn modelId="{C4961438-F16D-4802-A592-702AB294CED5}" type="presParOf" srcId="{C690FD9E-7FEB-4B48-A087-B02022FCB401}" destId="{07BBD9A5-C5CB-43E9-82BC-A23AB59947E5}" srcOrd="1" destOrd="0" presId="urn:microsoft.com/office/officeart/2018/2/layout/IconLabelList"/>
    <dgm:cxn modelId="{D96851DA-EE46-4A00-AB5F-ADD2DA4599E8}" type="presParOf" srcId="{C690FD9E-7FEB-4B48-A087-B02022FCB401}" destId="{9175B91D-8EF0-4D62-91D5-C44644664629}" srcOrd="2" destOrd="0" presId="urn:microsoft.com/office/officeart/2018/2/layout/IconLabelList"/>
    <dgm:cxn modelId="{E60E337A-E849-4AD8-9043-9FD55865D54F}" type="presParOf" srcId="{0B5E5B8F-2C7D-467E-8C55-3D3E6CAA6F11}" destId="{EF36AE77-65BF-485F-B5C9-296A172FA810}" srcOrd="1" destOrd="0" presId="urn:microsoft.com/office/officeart/2018/2/layout/IconLabelList"/>
    <dgm:cxn modelId="{FACE4E36-AA47-4F54-87E3-E5AF98F2B488}" type="presParOf" srcId="{0B5E5B8F-2C7D-467E-8C55-3D3E6CAA6F11}" destId="{92588A09-9D64-454E-9A6A-E890CB7D7AD5}" srcOrd="2" destOrd="0" presId="urn:microsoft.com/office/officeart/2018/2/layout/IconLabelList"/>
    <dgm:cxn modelId="{08F37D1B-485C-4643-ADBF-ABFD40F2C6D0}" type="presParOf" srcId="{92588A09-9D64-454E-9A6A-E890CB7D7AD5}" destId="{FD71B9C9-7A84-4BF8-844B-AF3A37776054}" srcOrd="0" destOrd="0" presId="urn:microsoft.com/office/officeart/2018/2/layout/IconLabelList"/>
    <dgm:cxn modelId="{1DDB91E8-30E1-4953-8FF4-E6946F9F2056}" type="presParOf" srcId="{92588A09-9D64-454E-9A6A-E890CB7D7AD5}" destId="{87FF2588-D4DF-404A-BFD3-51CCB8D298A4}" srcOrd="1" destOrd="0" presId="urn:microsoft.com/office/officeart/2018/2/layout/IconLabelList"/>
    <dgm:cxn modelId="{EDE5313F-F39D-4E39-9807-47A35CA8DC2A}" type="presParOf" srcId="{92588A09-9D64-454E-9A6A-E890CB7D7AD5}" destId="{14F93EF4-A7C6-4DE8-8ED5-FAB38D9C0A2C}" srcOrd="2" destOrd="0" presId="urn:microsoft.com/office/officeart/2018/2/layout/IconLabelList"/>
    <dgm:cxn modelId="{F705166D-55AB-4E8E-9560-9CC334331592}" type="presParOf" srcId="{0B5E5B8F-2C7D-467E-8C55-3D3E6CAA6F11}" destId="{5B1CFFD7-B68E-473A-B30A-C686426BE349}" srcOrd="3" destOrd="0" presId="urn:microsoft.com/office/officeart/2018/2/layout/IconLabelList"/>
    <dgm:cxn modelId="{FB5C2421-4571-4F31-95D9-669609FE7228}" type="presParOf" srcId="{0B5E5B8F-2C7D-467E-8C55-3D3E6CAA6F11}" destId="{76275428-1E59-45C6-9846-C3EDD5421CBF}" srcOrd="4" destOrd="0" presId="urn:microsoft.com/office/officeart/2018/2/layout/IconLabelList"/>
    <dgm:cxn modelId="{86E2695C-06C6-4AF0-9A58-F4F5C3EB345A}" type="presParOf" srcId="{76275428-1E59-45C6-9846-C3EDD5421CBF}" destId="{4A1C4B4E-19B1-41DA-9ECC-4FF9F132711B}" srcOrd="0" destOrd="0" presId="urn:microsoft.com/office/officeart/2018/2/layout/IconLabelList"/>
    <dgm:cxn modelId="{DB6B96F8-2A48-4B05-BCC2-7CE4239B133D}" type="presParOf" srcId="{76275428-1E59-45C6-9846-C3EDD5421CBF}" destId="{94522CAB-F8F7-42D6-B6CF-3749261EA134}" srcOrd="1" destOrd="0" presId="urn:microsoft.com/office/officeart/2018/2/layout/IconLabelList"/>
    <dgm:cxn modelId="{4AF6FA47-9794-4427-8D60-9CD3B1E7B41F}" type="presParOf" srcId="{76275428-1E59-45C6-9846-C3EDD5421CBF}" destId="{53894069-1DFF-4148-8285-5715C8FB3DDB}" srcOrd="2" destOrd="0" presId="urn:microsoft.com/office/officeart/2018/2/layout/IconLabelList"/>
    <dgm:cxn modelId="{8698A57E-B189-4129-9774-6E20367ED4F0}" type="presParOf" srcId="{0B5E5B8F-2C7D-467E-8C55-3D3E6CAA6F11}" destId="{5A928295-C9DF-41D8-9FF5-20EFBBDE2FC2}" srcOrd="5" destOrd="0" presId="urn:microsoft.com/office/officeart/2018/2/layout/IconLabelList"/>
    <dgm:cxn modelId="{CD9D26C7-4517-49B0-875B-1E593A3EFD96}" type="presParOf" srcId="{0B5E5B8F-2C7D-467E-8C55-3D3E6CAA6F11}" destId="{EE54CC9D-54BE-4784-ABD9-EE6F70CBC459}" srcOrd="6" destOrd="0" presId="urn:microsoft.com/office/officeart/2018/2/layout/IconLabelList"/>
    <dgm:cxn modelId="{463DAA52-0C54-4A88-9597-F04BFB5D5DAA}" type="presParOf" srcId="{EE54CC9D-54BE-4784-ABD9-EE6F70CBC459}" destId="{676EE88A-DFCD-4259-8EC6-F28B87ED0BCB}" srcOrd="0" destOrd="0" presId="urn:microsoft.com/office/officeart/2018/2/layout/IconLabelList"/>
    <dgm:cxn modelId="{DC6F8099-EDD5-4C9D-8829-D67C199190B7}" type="presParOf" srcId="{EE54CC9D-54BE-4784-ABD9-EE6F70CBC459}" destId="{93B8FE4D-9262-4750-A9CA-EB2828D6F8F6}" srcOrd="1" destOrd="0" presId="urn:microsoft.com/office/officeart/2018/2/layout/IconLabelList"/>
    <dgm:cxn modelId="{7C436A90-596C-422C-B896-59C9D41AD1BB}" type="presParOf" srcId="{EE54CC9D-54BE-4784-ABD9-EE6F70CBC459}" destId="{7E561F93-340F-4E83-8D5A-3E784153E580}" srcOrd="2" destOrd="0" presId="urn:microsoft.com/office/officeart/2018/2/layout/IconLabelList"/>
    <dgm:cxn modelId="{C3BDD996-C825-4D8E-9172-BD0C7D538227}" type="presParOf" srcId="{0B5E5B8F-2C7D-467E-8C55-3D3E6CAA6F11}" destId="{9895557D-0146-40BA-9304-DEE7DB6FCFF0}" srcOrd="7" destOrd="0" presId="urn:microsoft.com/office/officeart/2018/2/layout/IconLabelList"/>
    <dgm:cxn modelId="{53B38671-168F-498E-A2C9-81729E192672}" type="presParOf" srcId="{0B5E5B8F-2C7D-467E-8C55-3D3E6CAA6F11}" destId="{563ABC18-5664-409A-98A1-D428DB91F6B4}" srcOrd="8" destOrd="0" presId="urn:microsoft.com/office/officeart/2018/2/layout/IconLabelList"/>
    <dgm:cxn modelId="{9C5680FE-3ED9-409D-AC31-D4A9713FA60C}" type="presParOf" srcId="{563ABC18-5664-409A-98A1-D428DB91F6B4}" destId="{5628D4A0-EF54-4091-A249-7142C8FFAE88}" srcOrd="0" destOrd="0" presId="urn:microsoft.com/office/officeart/2018/2/layout/IconLabelList"/>
    <dgm:cxn modelId="{DD67A638-4BD5-4466-9330-F027E26822F2}" type="presParOf" srcId="{563ABC18-5664-409A-98A1-D428DB91F6B4}" destId="{B152E7A4-2B46-473D-A9AF-4E2CDFB38E31}" srcOrd="1" destOrd="0" presId="urn:microsoft.com/office/officeart/2018/2/layout/IconLabelList"/>
    <dgm:cxn modelId="{DD390618-1020-4CE1-BEB2-FF21ED859A6F}" type="presParOf" srcId="{563ABC18-5664-409A-98A1-D428DB91F6B4}" destId="{10314569-85E3-44E6-904A-8D4494FB68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2564AD4-77B6-460F-B798-2D507528793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F9BD88-AA40-4B2D-9FBA-B16DF0AEE89B}">
      <dgm:prSet/>
      <dgm:spPr/>
      <dgm:t>
        <a:bodyPr/>
        <a:lstStyle/>
        <a:p>
          <a:r>
            <a:rPr lang="en-US"/>
            <a:t>1. Transfer Learning is powerful for image classification</a:t>
          </a:r>
        </a:p>
      </dgm:t>
    </dgm:pt>
    <dgm:pt modelId="{DA9CDBCF-6BEE-4299-AAC9-9D97D4808934}" type="parTrans" cxnId="{E173C9AB-6DC5-4EC6-91C5-154F563CD2AE}">
      <dgm:prSet/>
      <dgm:spPr/>
      <dgm:t>
        <a:bodyPr/>
        <a:lstStyle/>
        <a:p>
          <a:endParaRPr lang="en-US"/>
        </a:p>
      </dgm:t>
    </dgm:pt>
    <dgm:pt modelId="{7886B398-531D-4FFA-9160-70A4502D7B2E}" type="sibTrans" cxnId="{E173C9AB-6DC5-4EC6-91C5-154F563CD2AE}">
      <dgm:prSet/>
      <dgm:spPr/>
      <dgm:t>
        <a:bodyPr/>
        <a:lstStyle/>
        <a:p>
          <a:endParaRPr lang="en-US"/>
        </a:p>
      </dgm:t>
    </dgm:pt>
    <dgm:pt modelId="{EF1B6AC0-2F86-4D08-BD37-EBD228EED9D2}">
      <dgm:prSet/>
      <dgm:spPr/>
      <dgm:t>
        <a:bodyPr/>
        <a:lstStyle/>
        <a:p>
          <a:r>
            <a:rPr lang="en-US"/>
            <a:t>2. Pretrained features (ImageNet) transfer well to new domains</a:t>
          </a:r>
        </a:p>
      </dgm:t>
    </dgm:pt>
    <dgm:pt modelId="{FAE1C0D0-4F4A-4C53-B64B-AB06A4ACC616}" type="parTrans" cxnId="{C0D1235A-EEF0-45A3-9E51-3DC5D923028B}">
      <dgm:prSet/>
      <dgm:spPr/>
      <dgm:t>
        <a:bodyPr/>
        <a:lstStyle/>
        <a:p>
          <a:endParaRPr lang="en-US"/>
        </a:p>
      </dgm:t>
    </dgm:pt>
    <dgm:pt modelId="{8D74D840-C15F-4C26-9B7D-8F69719AA134}" type="sibTrans" cxnId="{C0D1235A-EEF0-45A3-9E51-3DC5D923028B}">
      <dgm:prSet/>
      <dgm:spPr/>
      <dgm:t>
        <a:bodyPr/>
        <a:lstStyle/>
        <a:p>
          <a:endParaRPr lang="en-US"/>
        </a:p>
      </dgm:t>
    </dgm:pt>
    <dgm:pt modelId="{7962B747-9029-47A7-A7FC-B57479CAEE36}">
      <dgm:prSet/>
      <dgm:spPr/>
      <dgm:t>
        <a:bodyPr/>
        <a:lstStyle/>
        <a:p>
          <a:r>
            <a:rPr lang="en-US"/>
            <a:t>3. Frozen backbone + new head = fast, efficient training</a:t>
          </a:r>
        </a:p>
      </dgm:t>
    </dgm:pt>
    <dgm:pt modelId="{038EF046-068D-481A-9767-12443B99222F}" type="parTrans" cxnId="{F2E6EE6E-D7DD-4431-B642-1418F20A2D04}">
      <dgm:prSet/>
      <dgm:spPr/>
      <dgm:t>
        <a:bodyPr/>
        <a:lstStyle/>
        <a:p>
          <a:endParaRPr lang="en-US"/>
        </a:p>
      </dgm:t>
    </dgm:pt>
    <dgm:pt modelId="{A9A7BA78-F4A0-4FED-9828-55C65CE541DB}" type="sibTrans" cxnId="{F2E6EE6E-D7DD-4431-B642-1418F20A2D04}">
      <dgm:prSet/>
      <dgm:spPr/>
      <dgm:t>
        <a:bodyPr/>
        <a:lstStyle/>
        <a:p>
          <a:endParaRPr lang="en-US"/>
        </a:p>
      </dgm:t>
    </dgm:pt>
    <dgm:pt modelId="{51B153E0-0E4B-4F42-87E1-07DD277360E7}">
      <dgm:prSet/>
      <dgm:spPr/>
      <dgm:t>
        <a:bodyPr/>
        <a:lstStyle/>
        <a:p>
          <a:r>
            <a:rPr lang="en-US"/>
            <a:t>4. Better accuracy with fewer parameters to update</a:t>
          </a:r>
        </a:p>
      </dgm:t>
    </dgm:pt>
    <dgm:pt modelId="{2F61CD51-AFC9-4C4C-97B1-91981674CAE2}" type="parTrans" cxnId="{C56734D6-9723-48B7-845C-68687EACBB80}">
      <dgm:prSet/>
      <dgm:spPr/>
      <dgm:t>
        <a:bodyPr/>
        <a:lstStyle/>
        <a:p>
          <a:endParaRPr lang="en-US"/>
        </a:p>
      </dgm:t>
    </dgm:pt>
    <dgm:pt modelId="{8C6DD81C-A0A6-43D8-AA11-895BA340BB55}" type="sibTrans" cxnId="{C56734D6-9723-48B7-845C-68687EACBB80}">
      <dgm:prSet/>
      <dgm:spPr/>
      <dgm:t>
        <a:bodyPr/>
        <a:lstStyle/>
        <a:p>
          <a:endParaRPr lang="en-US"/>
        </a:p>
      </dgm:t>
    </dgm:pt>
    <dgm:pt modelId="{197DB0E1-C5E5-41B7-ACB3-D93B1CB1AFE3}">
      <dgm:prSet/>
      <dgm:spPr/>
      <dgm:t>
        <a:bodyPr/>
        <a:lstStyle/>
        <a:p>
          <a:r>
            <a:rPr lang="en-US"/>
            <a:t>5. Trade-off: Architecture specificity vs. generalization</a:t>
          </a:r>
        </a:p>
      </dgm:t>
    </dgm:pt>
    <dgm:pt modelId="{A10A3A94-2958-45FA-ABD4-2C9CDAFC249B}" type="parTrans" cxnId="{A281DB8E-1126-42B1-ABE8-6E4B06A068D8}">
      <dgm:prSet/>
      <dgm:spPr/>
      <dgm:t>
        <a:bodyPr/>
        <a:lstStyle/>
        <a:p>
          <a:endParaRPr lang="en-US"/>
        </a:p>
      </dgm:t>
    </dgm:pt>
    <dgm:pt modelId="{36697322-B861-45A6-ADBC-B820747A455B}" type="sibTrans" cxnId="{A281DB8E-1126-42B1-ABE8-6E4B06A068D8}">
      <dgm:prSet/>
      <dgm:spPr/>
      <dgm:t>
        <a:bodyPr/>
        <a:lstStyle/>
        <a:p>
          <a:endParaRPr lang="en-US"/>
        </a:p>
      </dgm:t>
    </dgm:pt>
    <dgm:pt modelId="{AB76610B-7D64-452A-8076-6403982A3F4A}">
      <dgm:prSet/>
      <dgm:spPr/>
      <dgm:t>
        <a:bodyPr/>
        <a:lstStyle/>
        <a:p>
          <a:r>
            <a:rPr lang="en-US"/>
            <a:t>6. Hyperparameter optimization (Optuna) still needed</a:t>
          </a:r>
        </a:p>
      </dgm:t>
    </dgm:pt>
    <dgm:pt modelId="{C55BC350-4AA9-41E6-BEAC-B84286153C63}" type="parTrans" cxnId="{A60AFC2F-F7AD-4CFA-9F8E-E525B1E22238}">
      <dgm:prSet/>
      <dgm:spPr/>
      <dgm:t>
        <a:bodyPr/>
        <a:lstStyle/>
        <a:p>
          <a:endParaRPr lang="en-US"/>
        </a:p>
      </dgm:t>
    </dgm:pt>
    <dgm:pt modelId="{128C4FDE-740A-4595-BE99-6CB2B7F71886}" type="sibTrans" cxnId="{A60AFC2F-F7AD-4CFA-9F8E-E525B1E22238}">
      <dgm:prSet/>
      <dgm:spPr/>
      <dgm:t>
        <a:bodyPr/>
        <a:lstStyle/>
        <a:p>
          <a:endParaRPr lang="en-US"/>
        </a:p>
      </dgm:t>
    </dgm:pt>
    <dgm:pt modelId="{C72AB3C1-0AE8-416B-A500-529407014E49}" type="pres">
      <dgm:prSet presAssocID="{52564AD4-77B6-460F-B798-2D5075287938}" presName="diagram" presStyleCnt="0">
        <dgm:presLayoutVars>
          <dgm:dir/>
          <dgm:resizeHandles val="exact"/>
        </dgm:presLayoutVars>
      </dgm:prSet>
      <dgm:spPr/>
    </dgm:pt>
    <dgm:pt modelId="{19171CA7-6012-403D-9C39-CC8E71B04588}" type="pres">
      <dgm:prSet presAssocID="{D9F9BD88-AA40-4B2D-9FBA-B16DF0AEE89B}" presName="node" presStyleLbl="node1" presStyleIdx="0" presStyleCnt="6">
        <dgm:presLayoutVars>
          <dgm:bulletEnabled val="1"/>
        </dgm:presLayoutVars>
      </dgm:prSet>
      <dgm:spPr/>
    </dgm:pt>
    <dgm:pt modelId="{D11563A0-9776-4076-8A74-11E1EEB61396}" type="pres">
      <dgm:prSet presAssocID="{7886B398-531D-4FFA-9160-70A4502D7B2E}" presName="sibTrans" presStyleCnt="0"/>
      <dgm:spPr/>
    </dgm:pt>
    <dgm:pt modelId="{3186B694-1546-4D0C-B4CA-CF44FBABA533}" type="pres">
      <dgm:prSet presAssocID="{EF1B6AC0-2F86-4D08-BD37-EBD228EED9D2}" presName="node" presStyleLbl="node1" presStyleIdx="1" presStyleCnt="6">
        <dgm:presLayoutVars>
          <dgm:bulletEnabled val="1"/>
        </dgm:presLayoutVars>
      </dgm:prSet>
      <dgm:spPr/>
    </dgm:pt>
    <dgm:pt modelId="{65F22F6F-B3E7-4428-8C9A-46866E13BDB3}" type="pres">
      <dgm:prSet presAssocID="{8D74D840-C15F-4C26-9B7D-8F69719AA134}" presName="sibTrans" presStyleCnt="0"/>
      <dgm:spPr/>
    </dgm:pt>
    <dgm:pt modelId="{393E272C-750C-4892-AA5D-80F45CE37F62}" type="pres">
      <dgm:prSet presAssocID="{7962B747-9029-47A7-A7FC-B57479CAEE36}" presName="node" presStyleLbl="node1" presStyleIdx="2" presStyleCnt="6">
        <dgm:presLayoutVars>
          <dgm:bulletEnabled val="1"/>
        </dgm:presLayoutVars>
      </dgm:prSet>
      <dgm:spPr/>
    </dgm:pt>
    <dgm:pt modelId="{CEB58A30-1266-482A-AA73-A5017DA545C5}" type="pres">
      <dgm:prSet presAssocID="{A9A7BA78-F4A0-4FED-9828-55C65CE541DB}" presName="sibTrans" presStyleCnt="0"/>
      <dgm:spPr/>
    </dgm:pt>
    <dgm:pt modelId="{8D5A99D8-F406-4D34-BD68-B1955F6EC9CB}" type="pres">
      <dgm:prSet presAssocID="{51B153E0-0E4B-4F42-87E1-07DD277360E7}" presName="node" presStyleLbl="node1" presStyleIdx="3" presStyleCnt="6">
        <dgm:presLayoutVars>
          <dgm:bulletEnabled val="1"/>
        </dgm:presLayoutVars>
      </dgm:prSet>
      <dgm:spPr/>
    </dgm:pt>
    <dgm:pt modelId="{898FD625-6AE2-4579-B181-F23754743E32}" type="pres">
      <dgm:prSet presAssocID="{8C6DD81C-A0A6-43D8-AA11-895BA340BB55}" presName="sibTrans" presStyleCnt="0"/>
      <dgm:spPr/>
    </dgm:pt>
    <dgm:pt modelId="{D28569E1-83F1-43F3-AB54-CD6945CB7FC1}" type="pres">
      <dgm:prSet presAssocID="{197DB0E1-C5E5-41B7-ACB3-D93B1CB1AFE3}" presName="node" presStyleLbl="node1" presStyleIdx="4" presStyleCnt="6">
        <dgm:presLayoutVars>
          <dgm:bulletEnabled val="1"/>
        </dgm:presLayoutVars>
      </dgm:prSet>
      <dgm:spPr/>
    </dgm:pt>
    <dgm:pt modelId="{181070D7-3AA8-4F51-B3AB-B7BB9E0C81F0}" type="pres">
      <dgm:prSet presAssocID="{36697322-B861-45A6-ADBC-B820747A455B}" presName="sibTrans" presStyleCnt="0"/>
      <dgm:spPr/>
    </dgm:pt>
    <dgm:pt modelId="{5F1093D4-D832-4657-9741-1B45049A37C4}" type="pres">
      <dgm:prSet presAssocID="{AB76610B-7D64-452A-8076-6403982A3F4A}" presName="node" presStyleLbl="node1" presStyleIdx="5" presStyleCnt="6">
        <dgm:presLayoutVars>
          <dgm:bulletEnabled val="1"/>
        </dgm:presLayoutVars>
      </dgm:prSet>
      <dgm:spPr/>
    </dgm:pt>
  </dgm:ptLst>
  <dgm:cxnLst>
    <dgm:cxn modelId="{DB435101-706A-48F0-80B4-14EE83A22E25}" type="presOf" srcId="{EF1B6AC0-2F86-4D08-BD37-EBD228EED9D2}" destId="{3186B694-1546-4D0C-B4CA-CF44FBABA533}" srcOrd="0" destOrd="0" presId="urn:microsoft.com/office/officeart/2005/8/layout/default"/>
    <dgm:cxn modelId="{A60AFC2F-F7AD-4CFA-9F8E-E525B1E22238}" srcId="{52564AD4-77B6-460F-B798-2D5075287938}" destId="{AB76610B-7D64-452A-8076-6403982A3F4A}" srcOrd="5" destOrd="0" parTransId="{C55BC350-4AA9-41E6-BEAC-B84286153C63}" sibTransId="{128C4FDE-740A-4595-BE99-6CB2B7F71886}"/>
    <dgm:cxn modelId="{F2E6EE6E-D7DD-4431-B642-1418F20A2D04}" srcId="{52564AD4-77B6-460F-B798-2D5075287938}" destId="{7962B747-9029-47A7-A7FC-B57479CAEE36}" srcOrd="2" destOrd="0" parTransId="{038EF046-068D-481A-9767-12443B99222F}" sibTransId="{A9A7BA78-F4A0-4FED-9828-55C65CE541DB}"/>
    <dgm:cxn modelId="{C0D1235A-EEF0-45A3-9E51-3DC5D923028B}" srcId="{52564AD4-77B6-460F-B798-2D5075287938}" destId="{EF1B6AC0-2F86-4D08-BD37-EBD228EED9D2}" srcOrd="1" destOrd="0" parTransId="{FAE1C0D0-4F4A-4C53-B64B-AB06A4ACC616}" sibTransId="{8D74D840-C15F-4C26-9B7D-8F69719AA134}"/>
    <dgm:cxn modelId="{A281DB8E-1126-42B1-ABE8-6E4B06A068D8}" srcId="{52564AD4-77B6-460F-B798-2D5075287938}" destId="{197DB0E1-C5E5-41B7-ACB3-D93B1CB1AFE3}" srcOrd="4" destOrd="0" parTransId="{A10A3A94-2958-45FA-ABD4-2C9CDAFC249B}" sibTransId="{36697322-B861-45A6-ADBC-B820747A455B}"/>
    <dgm:cxn modelId="{BD5FB999-7C6B-4C2D-8E64-5EF82C62FDD2}" type="presOf" srcId="{AB76610B-7D64-452A-8076-6403982A3F4A}" destId="{5F1093D4-D832-4657-9741-1B45049A37C4}" srcOrd="0" destOrd="0" presId="urn:microsoft.com/office/officeart/2005/8/layout/default"/>
    <dgm:cxn modelId="{E173C9AB-6DC5-4EC6-91C5-154F563CD2AE}" srcId="{52564AD4-77B6-460F-B798-2D5075287938}" destId="{D9F9BD88-AA40-4B2D-9FBA-B16DF0AEE89B}" srcOrd="0" destOrd="0" parTransId="{DA9CDBCF-6BEE-4299-AAC9-9D97D4808934}" sibTransId="{7886B398-531D-4FFA-9160-70A4502D7B2E}"/>
    <dgm:cxn modelId="{9B9C49B0-135C-43C6-BFEF-E57E0887DE24}" type="presOf" srcId="{D9F9BD88-AA40-4B2D-9FBA-B16DF0AEE89B}" destId="{19171CA7-6012-403D-9C39-CC8E71B04588}" srcOrd="0" destOrd="0" presId="urn:microsoft.com/office/officeart/2005/8/layout/default"/>
    <dgm:cxn modelId="{8F941DB1-FAFC-4F71-A996-761835142CF9}" type="presOf" srcId="{197DB0E1-C5E5-41B7-ACB3-D93B1CB1AFE3}" destId="{D28569E1-83F1-43F3-AB54-CD6945CB7FC1}" srcOrd="0" destOrd="0" presId="urn:microsoft.com/office/officeart/2005/8/layout/default"/>
    <dgm:cxn modelId="{C56734D6-9723-48B7-845C-68687EACBB80}" srcId="{52564AD4-77B6-460F-B798-2D5075287938}" destId="{51B153E0-0E4B-4F42-87E1-07DD277360E7}" srcOrd="3" destOrd="0" parTransId="{2F61CD51-AFC9-4C4C-97B1-91981674CAE2}" sibTransId="{8C6DD81C-A0A6-43D8-AA11-895BA340BB55}"/>
    <dgm:cxn modelId="{AD630BE5-AD55-498A-890D-510E136C95C4}" type="presOf" srcId="{51B153E0-0E4B-4F42-87E1-07DD277360E7}" destId="{8D5A99D8-F406-4D34-BD68-B1955F6EC9CB}" srcOrd="0" destOrd="0" presId="urn:microsoft.com/office/officeart/2005/8/layout/default"/>
    <dgm:cxn modelId="{D87C0AF3-F4B3-485B-B055-87805850430F}" type="presOf" srcId="{52564AD4-77B6-460F-B798-2D5075287938}" destId="{C72AB3C1-0AE8-416B-A500-529407014E49}" srcOrd="0" destOrd="0" presId="urn:microsoft.com/office/officeart/2005/8/layout/default"/>
    <dgm:cxn modelId="{845172FF-E7B9-4653-A991-9DF947978927}" type="presOf" srcId="{7962B747-9029-47A7-A7FC-B57479CAEE36}" destId="{393E272C-750C-4892-AA5D-80F45CE37F62}" srcOrd="0" destOrd="0" presId="urn:microsoft.com/office/officeart/2005/8/layout/default"/>
    <dgm:cxn modelId="{2C749055-2CCC-4C15-B477-7DB64777C9D0}" type="presParOf" srcId="{C72AB3C1-0AE8-416B-A500-529407014E49}" destId="{19171CA7-6012-403D-9C39-CC8E71B04588}" srcOrd="0" destOrd="0" presId="urn:microsoft.com/office/officeart/2005/8/layout/default"/>
    <dgm:cxn modelId="{EBDDE308-44C8-42AE-BB08-86F17C9321CE}" type="presParOf" srcId="{C72AB3C1-0AE8-416B-A500-529407014E49}" destId="{D11563A0-9776-4076-8A74-11E1EEB61396}" srcOrd="1" destOrd="0" presId="urn:microsoft.com/office/officeart/2005/8/layout/default"/>
    <dgm:cxn modelId="{EC9CD7E1-D4FD-49C8-AFF6-DD4D7ED6925D}" type="presParOf" srcId="{C72AB3C1-0AE8-416B-A500-529407014E49}" destId="{3186B694-1546-4D0C-B4CA-CF44FBABA533}" srcOrd="2" destOrd="0" presId="urn:microsoft.com/office/officeart/2005/8/layout/default"/>
    <dgm:cxn modelId="{2AC9A83C-BC0D-49BC-B3B1-0FC261DA4974}" type="presParOf" srcId="{C72AB3C1-0AE8-416B-A500-529407014E49}" destId="{65F22F6F-B3E7-4428-8C9A-46866E13BDB3}" srcOrd="3" destOrd="0" presId="urn:microsoft.com/office/officeart/2005/8/layout/default"/>
    <dgm:cxn modelId="{1A8D4405-1903-49D7-98C3-1C92F120B599}" type="presParOf" srcId="{C72AB3C1-0AE8-416B-A500-529407014E49}" destId="{393E272C-750C-4892-AA5D-80F45CE37F62}" srcOrd="4" destOrd="0" presId="urn:microsoft.com/office/officeart/2005/8/layout/default"/>
    <dgm:cxn modelId="{608326BE-49BD-454D-87A2-F6B7F879F505}" type="presParOf" srcId="{C72AB3C1-0AE8-416B-A500-529407014E49}" destId="{CEB58A30-1266-482A-AA73-A5017DA545C5}" srcOrd="5" destOrd="0" presId="urn:microsoft.com/office/officeart/2005/8/layout/default"/>
    <dgm:cxn modelId="{D9F793E6-AC0D-478D-A14E-C081BD8E99AF}" type="presParOf" srcId="{C72AB3C1-0AE8-416B-A500-529407014E49}" destId="{8D5A99D8-F406-4D34-BD68-B1955F6EC9CB}" srcOrd="6" destOrd="0" presId="urn:microsoft.com/office/officeart/2005/8/layout/default"/>
    <dgm:cxn modelId="{D1A44887-DCC8-4318-AFBB-2A831F936C6E}" type="presParOf" srcId="{C72AB3C1-0AE8-416B-A500-529407014E49}" destId="{898FD625-6AE2-4579-B181-F23754743E32}" srcOrd="7" destOrd="0" presId="urn:microsoft.com/office/officeart/2005/8/layout/default"/>
    <dgm:cxn modelId="{C1F7DCAA-2B14-48F9-AE1E-61382D391DD2}" type="presParOf" srcId="{C72AB3C1-0AE8-416B-A500-529407014E49}" destId="{D28569E1-83F1-43F3-AB54-CD6945CB7FC1}" srcOrd="8" destOrd="0" presId="urn:microsoft.com/office/officeart/2005/8/layout/default"/>
    <dgm:cxn modelId="{5DD800FB-1575-4434-AAB7-8B658C5502DD}" type="presParOf" srcId="{C72AB3C1-0AE8-416B-A500-529407014E49}" destId="{181070D7-3AA8-4F51-B3AB-B7BB9E0C81F0}" srcOrd="9" destOrd="0" presId="urn:microsoft.com/office/officeart/2005/8/layout/default"/>
    <dgm:cxn modelId="{3D2C9459-26F0-4AB5-9DD6-871E55E10CE8}" type="presParOf" srcId="{C72AB3C1-0AE8-416B-A500-529407014E49}" destId="{5F1093D4-D832-4657-9741-1B45049A37C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5F998-004E-4DBA-96EB-C384666AE099}">
      <dsp:nvSpPr>
        <dsp:cNvPr id="0" name=""/>
        <dsp:cNvSpPr/>
      </dsp:nvSpPr>
      <dsp:spPr>
        <a:xfrm>
          <a:off x="0" y="100099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Dataset: 12 Celestial Classes</a:t>
          </a:r>
        </a:p>
      </dsp:txBody>
      <dsp:txXfrm>
        <a:off x="42663" y="142762"/>
        <a:ext cx="7595634" cy="788627"/>
      </dsp:txXfrm>
    </dsp:sp>
    <dsp:sp modelId="{0BB19581-4B37-4394-8107-6B6CDA03FBF1}">
      <dsp:nvSpPr>
        <dsp:cNvPr id="0" name=""/>
        <dsp:cNvSpPr/>
      </dsp:nvSpPr>
      <dsp:spPr>
        <a:xfrm>
          <a:off x="0" y="1037413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Asteroid, Black Hole, Earth, Galaxy, Jupiter, Mars, Mercury,</a:t>
          </a:r>
        </a:p>
      </dsp:txBody>
      <dsp:txXfrm>
        <a:off x="42663" y="1080076"/>
        <a:ext cx="7595634" cy="788627"/>
      </dsp:txXfrm>
    </dsp:sp>
    <dsp:sp modelId="{E22C29FF-8366-4FE8-A7F4-DD84B165644E}">
      <dsp:nvSpPr>
        <dsp:cNvPr id="0" name=""/>
        <dsp:cNvSpPr/>
      </dsp:nvSpPr>
      <dsp:spPr>
        <a:xfrm>
          <a:off x="0" y="1974726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Neptune, Pluto, Saturn, Uranus, Venus</a:t>
          </a:r>
        </a:p>
      </dsp:txBody>
      <dsp:txXfrm>
        <a:off x="42663" y="2017389"/>
        <a:ext cx="7595634" cy="788627"/>
      </dsp:txXfrm>
    </dsp:sp>
    <dsp:sp modelId="{7A23D590-9724-4167-ABCF-DEECB831D819}">
      <dsp:nvSpPr>
        <dsp:cNvPr id="0" name=""/>
        <dsp:cNvSpPr/>
      </dsp:nvSpPr>
      <dsp:spPr>
        <a:xfrm>
          <a:off x="0" y="2912040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Objective: Classify astronomical images using CNN</a:t>
          </a:r>
        </a:p>
      </dsp:txBody>
      <dsp:txXfrm>
        <a:off x="42663" y="2954703"/>
        <a:ext cx="7595634" cy="788627"/>
      </dsp:txXfrm>
    </dsp:sp>
    <dsp:sp modelId="{EE9B853D-D82D-4274-8186-CB86F4DF28A5}">
      <dsp:nvSpPr>
        <dsp:cNvPr id="0" name=""/>
        <dsp:cNvSpPr/>
      </dsp:nvSpPr>
      <dsp:spPr>
        <a:xfrm>
          <a:off x="0" y="3849353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Approach: AlexNet + Data Augmentation + Optuna Optimization</a:t>
          </a:r>
        </a:p>
      </dsp:txBody>
      <dsp:txXfrm>
        <a:off x="42663" y="3892016"/>
        <a:ext cx="7595634" cy="788627"/>
      </dsp:txXfrm>
    </dsp:sp>
    <dsp:sp modelId="{46C74DFC-4657-4715-9462-E31713220CF0}">
      <dsp:nvSpPr>
        <dsp:cNvPr id="0" name=""/>
        <dsp:cNvSpPr/>
      </dsp:nvSpPr>
      <dsp:spPr>
        <a:xfrm>
          <a:off x="0" y="4786666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Result: High accuracy classification with optimized hyperparameters</a:t>
          </a:r>
        </a:p>
      </dsp:txBody>
      <dsp:txXfrm>
        <a:off x="42663" y="4829329"/>
        <a:ext cx="7595634" cy="7886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6A77-D871-4F0D-A5B9-5C16E646D23E}">
      <dsp:nvSpPr>
        <dsp:cNvPr id="0" name=""/>
        <dsp:cNvSpPr/>
      </dsp:nvSpPr>
      <dsp:spPr>
        <a:xfrm>
          <a:off x="0" y="477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421CD-42C7-4F12-9B68-A8C554F6943A}">
      <dsp:nvSpPr>
        <dsp:cNvPr id="0" name=""/>
        <dsp:cNvSpPr/>
      </dsp:nvSpPr>
      <dsp:spPr>
        <a:xfrm>
          <a:off x="198881" y="148405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0969BE-1377-40AE-834C-136863F2C3E0}">
      <dsp:nvSpPr>
        <dsp:cNvPr id="0" name=""/>
        <dsp:cNvSpPr/>
      </dsp:nvSpPr>
      <dsp:spPr>
        <a:xfrm>
          <a:off x="759363" y="477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Total Images: 360+ images distributed across 3 sets</a:t>
          </a:r>
        </a:p>
      </dsp:txBody>
      <dsp:txXfrm>
        <a:off x="759363" y="477"/>
        <a:ext cx="3924585" cy="657457"/>
      </dsp:txXfrm>
    </dsp:sp>
    <dsp:sp modelId="{9781998F-C090-47DA-9D10-EC9AA2667D4C}">
      <dsp:nvSpPr>
        <dsp:cNvPr id="0" name=""/>
        <dsp:cNvSpPr/>
      </dsp:nvSpPr>
      <dsp:spPr>
        <a:xfrm>
          <a:off x="0" y="822299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AD454-2C1F-4F64-8D90-C82EDFD9E78C}">
      <dsp:nvSpPr>
        <dsp:cNvPr id="0" name=""/>
        <dsp:cNvSpPr/>
      </dsp:nvSpPr>
      <dsp:spPr>
        <a:xfrm>
          <a:off x="198881" y="970227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E71E6-906A-411A-B63D-7EAE6C9CFD8D}">
      <dsp:nvSpPr>
        <dsp:cNvPr id="0" name=""/>
        <dsp:cNvSpPr/>
      </dsp:nvSpPr>
      <dsp:spPr>
        <a:xfrm>
          <a:off x="759363" y="822299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Distribution:</a:t>
          </a:r>
        </a:p>
      </dsp:txBody>
      <dsp:txXfrm>
        <a:off x="759363" y="822299"/>
        <a:ext cx="3924585" cy="657457"/>
      </dsp:txXfrm>
    </dsp:sp>
    <dsp:sp modelId="{0B4DC3D0-95D3-402C-95A0-C603AF489CF4}">
      <dsp:nvSpPr>
        <dsp:cNvPr id="0" name=""/>
        <dsp:cNvSpPr/>
      </dsp:nvSpPr>
      <dsp:spPr>
        <a:xfrm>
          <a:off x="0" y="1644122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2E544-51BF-4EC6-94E3-0477FE461B29}">
      <dsp:nvSpPr>
        <dsp:cNvPr id="0" name=""/>
        <dsp:cNvSpPr/>
      </dsp:nvSpPr>
      <dsp:spPr>
        <a:xfrm>
          <a:off x="198881" y="1792050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975FA-3623-4280-8597-886C7C835F98}">
      <dsp:nvSpPr>
        <dsp:cNvPr id="0" name=""/>
        <dsp:cNvSpPr/>
      </dsp:nvSpPr>
      <dsp:spPr>
        <a:xfrm>
          <a:off x="759363" y="1644122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Training Set: ~200 images (used for model training)</a:t>
          </a:r>
        </a:p>
      </dsp:txBody>
      <dsp:txXfrm>
        <a:off x="759363" y="1644122"/>
        <a:ext cx="3924585" cy="657457"/>
      </dsp:txXfrm>
    </dsp:sp>
    <dsp:sp modelId="{15FF6995-4E34-4CA3-B62A-1EC14754B522}">
      <dsp:nvSpPr>
        <dsp:cNvPr id="0" name=""/>
        <dsp:cNvSpPr/>
      </dsp:nvSpPr>
      <dsp:spPr>
        <a:xfrm>
          <a:off x="0" y="2465944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E9377-F64C-4A4E-B416-5E7FF8548308}">
      <dsp:nvSpPr>
        <dsp:cNvPr id="0" name=""/>
        <dsp:cNvSpPr/>
      </dsp:nvSpPr>
      <dsp:spPr>
        <a:xfrm>
          <a:off x="198881" y="2613872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668B8-EAE9-43DD-A615-326B72368653}">
      <dsp:nvSpPr>
        <dsp:cNvPr id="0" name=""/>
        <dsp:cNvSpPr/>
      </dsp:nvSpPr>
      <dsp:spPr>
        <a:xfrm>
          <a:off x="759363" y="2465944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Validation Set: ~80 images (used for hyperparameter tuning)</a:t>
          </a:r>
        </a:p>
      </dsp:txBody>
      <dsp:txXfrm>
        <a:off x="759363" y="2465944"/>
        <a:ext cx="3924585" cy="657457"/>
      </dsp:txXfrm>
    </dsp:sp>
    <dsp:sp modelId="{7D632D9C-8CF5-4862-8B0E-2FF9A0D2A46C}">
      <dsp:nvSpPr>
        <dsp:cNvPr id="0" name=""/>
        <dsp:cNvSpPr/>
      </dsp:nvSpPr>
      <dsp:spPr>
        <a:xfrm>
          <a:off x="0" y="3287766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7781F-9CC0-4757-ACC9-62E77A6C4001}">
      <dsp:nvSpPr>
        <dsp:cNvPr id="0" name=""/>
        <dsp:cNvSpPr/>
      </dsp:nvSpPr>
      <dsp:spPr>
        <a:xfrm>
          <a:off x="198881" y="3435694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09A55-EDD8-476B-89AF-B63FC09ACAE5}">
      <dsp:nvSpPr>
        <dsp:cNvPr id="0" name=""/>
        <dsp:cNvSpPr/>
      </dsp:nvSpPr>
      <dsp:spPr>
        <a:xfrm>
          <a:off x="759363" y="3287766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Test Set: ~80 images (used for final evaluation)</a:t>
          </a:r>
        </a:p>
      </dsp:txBody>
      <dsp:txXfrm>
        <a:off x="759363" y="3287766"/>
        <a:ext cx="3924585" cy="657457"/>
      </dsp:txXfrm>
    </dsp:sp>
    <dsp:sp modelId="{DF40B8A3-492E-42F6-901B-AB42C046285A}">
      <dsp:nvSpPr>
        <dsp:cNvPr id="0" name=""/>
        <dsp:cNvSpPr/>
      </dsp:nvSpPr>
      <dsp:spPr>
        <a:xfrm>
          <a:off x="0" y="4109589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F49075-CFB3-471C-A801-731965A941B9}">
      <dsp:nvSpPr>
        <dsp:cNvPr id="0" name=""/>
        <dsp:cNvSpPr/>
      </dsp:nvSpPr>
      <dsp:spPr>
        <a:xfrm>
          <a:off x="198881" y="4257517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34812-2CE9-473B-9115-F865C2BDBF5D}">
      <dsp:nvSpPr>
        <dsp:cNvPr id="0" name=""/>
        <dsp:cNvSpPr/>
      </dsp:nvSpPr>
      <dsp:spPr>
        <a:xfrm>
          <a:off x="759363" y="4109589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Image Format: PNG images with various sizes</a:t>
          </a:r>
        </a:p>
      </dsp:txBody>
      <dsp:txXfrm>
        <a:off x="759363" y="4109589"/>
        <a:ext cx="3924585" cy="657457"/>
      </dsp:txXfrm>
    </dsp:sp>
    <dsp:sp modelId="{A7407393-EF10-4121-AFFB-EC07F944783C}">
      <dsp:nvSpPr>
        <dsp:cNvPr id="0" name=""/>
        <dsp:cNvSpPr/>
      </dsp:nvSpPr>
      <dsp:spPr>
        <a:xfrm>
          <a:off x="0" y="4931411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6B4FE-A9C4-4FFF-B3F5-DAFCE5E9CD2D}">
      <dsp:nvSpPr>
        <dsp:cNvPr id="0" name=""/>
        <dsp:cNvSpPr/>
      </dsp:nvSpPr>
      <dsp:spPr>
        <a:xfrm>
          <a:off x="198881" y="5079339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72A8B-4308-4EE5-8E76-E3BABADB1206}">
      <dsp:nvSpPr>
        <dsp:cNvPr id="0" name=""/>
        <dsp:cNvSpPr/>
      </dsp:nvSpPr>
      <dsp:spPr>
        <a:xfrm>
          <a:off x="759363" y="4931411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Classes: 12 celestial objects (balanced distribution)</a:t>
          </a:r>
        </a:p>
      </dsp:txBody>
      <dsp:txXfrm>
        <a:off x="759363" y="4931411"/>
        <a:ext cx="3924585" cy="6574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79F7A-CF0D-467E-9225-49A860FCCACE}">
      <dsp:nvSpPr>
        <dsp:cNvPr id="0" name=""/>
        <dsp:cNvSpPr/>
      </dsp:nvSpPr>
      <dsp:spPr>
        <a:xfrm>
          <a:off x="1680699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778564"/>
        <a:ext cx="19330" cy="3866"/>
      </dsp:txXfrm>
    </dsp:sp>
    <dsp:sp modelId="{A8CA9E6B-2A62-4694-BC71-DA36F98928EC}">
      <dsp:nvSpPr>
        <dsp:cNvPr id="0" name=""/>
        <dsp:cNvSpPr/>
      </dsp:nvSpPr>
      <dsp:spPr>
        <a:xfrm>
          <a:off x="1569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Phase 1: Data Loading</a:t>
          </a:r>
        </a:p>
      </dsp:txBody>
      <dsp:txXfrm>
        <a:off x="1569" y="276218"/>
        <a:ext cx="1680929" cy="1008557"/>
      </dsp:txXfrm>
    </dsp:sp>
    <dsp:sp modelId="{DC659399-280E-402A-80B3-DD30C81C743C}">
      <dsp:nvSpPr>
        <dsp:cNvPr id="0" name=""/>
        <dsp:cNvSpPr/>
      </dsp:nvSpPr>
      <dsp:spPr>
        <a:xfrm>
          <a:off x="3748243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585190"/>
              <a:satOff val="-730"/>
              <a:lumOff val="1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84" y="778564"/>
        <a:ext cx="19330" cy="3866"/>
      </dsp:txXfrm>
    </dsp:sp>
    <dsp:sp modelId="{17C434CB-C678-494A-94ED-87BAE0F39B92}">
      <dsp:nvSpPr>
        <dsp:cNvPr id="0" name=""/>
        <dsp:cNvSpPr/>
      </dsp:nvSpPr>
      <dsp:spPr>
        <a:xfrm>
          <a:off x="2069113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520169"/>
                <a:satOff val="-649"/>
                <a:lumOff val="15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20169"/>
                <a:satOff val="-649"/>
                <a:lumOff val="15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Image → Resize → Augment → Normalize → Tensor</a:t>
          </a:r>
        </a:p>
      </dsp:txBody>
      <dsp:txXfrm>
        <a:off x="2069113" y="276218"/>
        <a:ext cx="1680929" cy="1008557"/>
      </dsp:txXfrm>
    </dsp:sp>
    <dsp:sp modelId="{3FDC80DF-B047-4A71-BB31-A6ABA7DFEF84}">
      <dsp:nvSpPr>
        <dsp:cNvPr id="0" name=""/>
        <dsp:cNvSpPr/>
      </dsp:nvSpPr>
      <dsp:spPr>
        <a:xfrm>
          <a:off x="5815786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4128" y="778564"/>
        <a:ext cx="19330" cy="3866"/>
      </dsp:txXfrm>
    </dsp:sp>
    <dsp:sp modelId="{F84FA48F-05E9-4FB0-8E75-825B597BFAEC}">
      <dsp:nvSpPr>
        <dsp:cNvPr id="0" name=""/>
        <dsp:cNvSpPr/>
      </dsp:nvSpPr>
      <dsp:spPr>
        <a:xfrm>
          <a:off x="4136656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1040338"/>
                <a:satOff val="-1298"/>
                <a:lumOff val="30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040338"/>
                <a:satOff val="-1298"/>
                <a:lumOff val="30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Phase 2: Optuna Optimization (100 trials)</a:t>
          </a:r>
        </a:p>
      </dsp:txBody>
      <dsp:txXfrm>
        <a:off x="4136656" y="276218"/>
        <a:ext cx="1680929" cy="1008557"/>
      </dsp:txXfrm>
    </dsp:sp>
    <dsp:sp modelId="{F894EF29-2F29-4E07-A06D-FF56DBA6B924}">
      <dsp:nvSpPr>
        <dsp:cNvPr id="0" name=""/>
        <dsp:cNvSpPr/>
      </dsp:nvSpPr>
      <dsp:spPr>
        <a:xfrm>
          <a:off x="842034" y="1282976"/>
          <a:ext cx="6202631" cy="356013"/>
        </a:xfrm>
        <a:custGeom>
          <a:avLst/>
          <a:gdLst/>
          <a:ahLst/>
          <a:cxnLst/>
          <a:rect l="0" t="0" r="0" b="0"/>
          <a:pathLst>
            <a:path>
              <a:moveTo>
                <a:pt x="6202631" y="0"/>
              </a:moveTo>
              <a:lnTo>
                <a:pt x="6202631" y="195106"/>
              </a:lnTo>
              <a:lnTo>
                <a:pt x="0" y="195106"/>
              </a:lnTo>
              <a:lnTo>
                <a:pt x="0" y="356013"/>
              </a:lnTo>
            </a:path>
          </a:pathLst>
        </a:custGeom>
        <a:noFill/>
        <a:ln w="9525" cap="flat" cmpd="sng" algn="ctr">
          <a:solidFill>
            <a:schemeClr val="accent2">
              <a:hueOff val="1755570"/>
              <a:satOff val="-2190"/>
              <a:lumOff val="5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7983" y="1459049"/>
        <a:ext cx="310733" cy="3866"/>
      </dsp:txXfrm>
    </dsp:sp>
    <dsp:sp modelId="{698C1A11-07AC-4CC7-97BF-FF99F5917AD1}">
      <dsp:nvSpPr>
        <dsp:cNvPr id="0" name=""/>
        <dsp:cNvSpPr/>
      </dsp:nvSpPr>
      <dsp:spPr>
        <a:xfrm>
          <a:off x="6204200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Suggest params → Create DataLoaders → Train 50 epochs → Return loss</a:t>
          </a:r>
        </a:p>
      </dsp:txBody>
      <dsp:txXfrm>
        <a:off x="6204200" y="276218"/>
        <a:ext cx="1680929" cy="1008557"/>
      </dsp:txXfrm>
    </dsp:sp>
    <dsp:sp modelId="{4D6B0349-179D-4F40-BAA5-92091001F030}">
      <dsp:nvSpPr>
        <dsp:cNvPr id="0" name=""/>
        <dsp:cNvSpPr/>
      </dsp:nvSpPr>
      <dsp:spPr>
        <a:xfrm>
          <a:off x="1680699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2173735"/>
        <a:ext cx="19330" cy="3866"/>
      </dsp:txXfrm>
    </dsp:sp>
    <dsp:sp modelId="{0C43B8A4-4FCF-4574-A8EE-E09D05618955}">
      <dsp:nvSpPr>
        <dsp:cNvPr id="0" name=""/>
        <dsp:cNvSpPr/>
      </dsp:nvSpPr>
      <dsp:spPr>
        <a:xfrm>
          <a:off x="1569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2080675"/>
                <a:satOff val="-2595"/>
                <a:lumOff val="61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080675"/>
                <a:satOff val="-2595"/>
                <a:lumOff val="61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Phase 3: Final Training (100 epochs)</a:t>
          </a:r>
        </a:p>
      </dsp:txBody>
      <dsp:txXfrm>
        <a:off x="1569" y="1671390"/>
        <a:ext cx="1680929" cy="1008557"/>
      </dsp:txXfrm>
    </dsp:sp>
    <dsp:sp modelId="{B0463A9A-C0FD-4CA1-9DAA-F762004730F1}">
      <dsp:nvSpPr>
        <dsp:cNvPr id="0" name=""/>
        <dsp:cNvSpPr/>
      </dsp:nvSpPr>
      <dsp:spPr>
        <a:xfrm>
          <a:off x="3748243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2925949"/>
              <a:satOff val="-3649"/>
              <a:lumOff val="8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84" y="2173735"/>
        <a:ext cx="19330" cy="3866"/>
      </dsp:txXfrm>
    </dsp:sp>
    <dsp:sp modelId="{4A026AF9-DE41-408E-BCA7-D27EEA148649}">
      <dsp:nvSpPr>
        <dsp:cNvPr id="0" name=""/>
        <dsp:cNvSpPr/>
      </dsp:nvSpPr>
      <dsp:spPr>
        <a:xfrm>
          <a:off x="2069113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2600844"/>
                <a:satOff val="-3244"/>
                <a:lumOff val="76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600844"/>
                <a:satOff val="-3244"/>
                <a:lumOff val="76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 best params → Train longer → Early stopping → Save model</a:t>
          </a:r>
        </a:p>
      </dsp:txBody>
      <dsp:txXfrm>
        <a:off x="2069113" y="1671390"/>
        <a:ext cx="1680929" cy="1008557"/>
      </dsp:txXfrm>
    </dsp:sp>
    <dsp:sp modelId="{488CC946-73CE-4FB3-951B-BA8F4578FED1}">
      <dsp:nvSpPr>
        <dsp:cNvPr id="0" name=""/>
        <dsp:cNvSpPr/>
      </dsp:nvSpPr>
      <dsp:spPr>
        <a:xfrm>
          <a:off x="5815786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4128" y="2173735"/>
        <a:ext cx="19330" cy="3866"/>
      </dsp:txXfrm>
    </dsp:sp>
    <dsp:sp modelId="{5A93842F-3927-4083-9D49-5EDE7CB996BF}">
      <dsp:nvSpPr>
        <dsp:cNvPr id="0" name=""/>
        <dsp:cNvSpPr/>
      </dsp:nvSpPr>
      <dsp:spPr>
        <a:xfrm>
          <a:off x="4136656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Phase 4: Evaluation</a:t>
          </a:r>
        </a:p>
      </dsp:txBody>
      <dsp:txXfrm>
        <a:off x="4136656" y="1671390"/>
        <a:ext cx="1680929" cy="1008557"/>
      </dsp:txXfrm>
    </dsp:sp>
    <dsp:sp modelId="{1BA785A5-BCCF-44E2-8E1F-1E19A3D44C95}">
      <dsp:nvSpPr>
        <dsp:cNvPr id="0" name=""/>
        <dsp:cNvSpPr/>
      </dsp:nvSpPr>
      <dsp:spPr>
        <a:xfrm>
          <a:off x="842034" y="2678147"/>
          <a:ext cx="6202631" cy="356013"/>
        </a:xfrm>
        <a:custGeom>
          <a:avLst/>
          <a:gdLst/>
          <a:ahLst/>
          <a:cxnLst/>
          <a:rect l="0" t="0" r="0" b="0"/>
          <a:pathLst>
            <a:path>
              <a:moveTo>
                <a:pt x="6202631" y="0"/>
              </a:moveTo>
              <a:lnTo>
                <a:pt x="6202631" y="195106"/>
              </a:lnTo>
              <a:lnTo>
                <a:pt x="0" y="195106"/>
              </a:lnTo>
              <a:lnTo>
                <a:pt x="0" y="356013"/>
              </a:lnTo>
            </a:path>
          </a:pathLst>
        </a:custGeom>
        <a:noFill/>
        <a:ln w="9525" cap="flat" cmpd="sng" algn="ctr">
          <a:solidFill>
            <a:schemeClr val="accent2">
              <a:hueOff val="4096329"/>
              <a:satOff val="-5109"/>
              <a:lumOff val="120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7983" y="2854221"/>
        <a:ext cx="310733" cy="3866"/>
      </dsp:txXfrm>
    </dsp:sp>
    <dsp:sp modelId="{5D61A028-244A-481A-98F9-2E7424A1B7C6}">
      <dsp:nvSpPr>
        <dsp:cNvPr id="0" name=""/>
        <dsp:cNvSpPr/>
      </dsp:nvSpPr>
      <dsp:spPr>
        <a:xfrm>
          <a:off x="6204200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3641181"/>
                <a:satOff val="-4541"/>
                <a:lumOff val="106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641181"/>
                <a:satOff val="-4541"/>
                <a:lumOff val="106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bg1"/>
              </a:solidFill>
            </a:rPr>
            <a:t>Load model → Test set inference → Compute metrics → Report results</a:t>
          </a:r>
        </a:p>
      </dsp:txBody>
      <dsp:txXfrm>
        <a:off x="6204200" y="1671390"/>
        <a:ext cx="1680929" cy="1008557"/>
      </dsp:txXfrm>
    </dsp:sp>
    <dsp:sp modelId="{04C90F84-4BE7-49DF-9E10-CC56794C9894}">
      <dsp:nvSpPr>
        <dsp:cNvPr id="0" name=""/>
        <dsp:cNvSpPr/>
      </dsp:nvSpPr>
      <dsp:spPr>
        <a:xfrm>
          <a:off x="1680699" y="3525120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3568907"/>
        <a:ext cx="19330" cy="3866"/>
      </dsp:txXfrm>
    </dsp:sp>
    <dsp:sp modelId="{5BB189C9-49D3-425A-BF0C-96D688D0FA3E}">
      <dsp:nvSpPr>
        <dsp:cNvPr id="0" name=""/>
        <dsp:cNvSpPr/>
      </dsp:nvSpPr>
      <dsp:spPr>
        <a:xfrm>
          <a:off x="1569" y="3066561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4161350"/>
                <a:satOff val="-5190"/>
                <a:lumOff val="122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161350"/>
                <a:satOff val="-5190"/>
                <a:lumOff val="122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Phase 5: Deployment</a:t>
          </a:r>
        </a:p>
      </dsp:txBody>
      <dsp:txXfrm>
        <a:off x="1569" y="3066561"/>
        <a:ext cx="1680929" cy="1008557"/>
      </dsp:txXfrm>
    </dsp:sp>
    <dsp:sp modelId="{DA954316-6B2A-47A2-BD31-7A62CFE109B7}">
      <dsp:nvSpPr>
        <dsp:cNvPr id="0" name=""/>
        <dsp:cNvSpPr/>
      </dsp:nvSpPr>
      <dsp:spPr>
        <a:xfrm>
          <a:off x="2069113" y="3066561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Load model → Accept image → Preprocess → Predict → Return class</a:t>
          </a:r>
        </a:p>
      </dsp:txBody>
      <dsp:txXfrm>
        <a:off x="2069113" y="3066561"/>
        <a:ext cx="1680929" cy="10085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A6AB4-2F59-429C-BF71-1E67E483C78B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9DD72B-1768-4784-BAA8-D8EE6A008E7A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4E924-5F28-4D5C-92DD-3C0B2BCEA131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• Try ResNet or Vision Transformer</a:t>
          </a:r>
        </a:p>
      </dsp:txBody>
      <dsp:txXfrm>
        <a:off x="46529" y="2703902"/>
        <a:ext cx="2418750" cy="720000"/>
      </dsp:txXfrm>
    </dsp:sp>
    <dsp:sp modelId="{0B3C5E33-14EA-4B88-B531-EB7D254545BD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E91A8-A53D-458A-B586-6CAB0322D88E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22ADA-53F9-45E9-91DF-28E5E47BE0AD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• Add Dropout for regularization</a:t>
          </a:r>
        </a:p>
      </dsp:txBody>
      <dsp:txXfrm>
        <a:off x="2888560" y="2703902"/>
        <a:ext cx="2418750" cy="720000"/>
      </dsp:txXfrm>
    </dsp:sp>
    <dsp:sp modelId="{4828EA87-DE2B-41C6-894B-F1C71BC9C812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338B3-466C-4C29-8633-09C4F336462E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64479-39A6-46AD-809C-4F12C2955A33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• Implement batch normalization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8AC13-3B6A-4FA1-94EE-7946FAC3829A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Task: 12-class image classification (planets &amp; asteroids)</a:t>
          </a:r>
        </a:p>
      </dsp:txBody>
      <dsp:txXfrm>
        <a:off x="19451" y="19451"/>
        <a:ext cx="5516512" cy="625190"/>
      </dsp:txXfrm>
    </dsp:sp>
    <dsp:sp modelId="{21383580-9C71-400C-94DE-040BFA75BB32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Dataset: ~3,600 training images across 12 classes</a:t>
          </a:r>
        </a:p>
      </dsp:txBody>
      <dsp:txXfrm>
        <a:off x="490713" y="775779"/>
        <a:ext cx="5368995" cy="625190"/>
      </dsp:txXfrm>
    </dsp:sp>
    <dsp:sp modelId="{7AEC3A57-13CD-41EC-84A2-DCBAA044A9D8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Goal: Compare traditional CNN vs Transfer Learning</a:t>
          </a:r>
        </a:p>
      </dsp:txBody>
      <dsp:txXfrm>
        <a:off x="961976" y="1532107"/>
        <a:ext cx="5368995" cy="625190"/>
      </dsp:txXfrm>
    </dsp:sp>
    <dsp:sp modelId="{0CAAAAC6-85E8-4A51-A18A-C45400752D0B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Baseline: Original AlexNet trained from scratch</a:t>
          </a:r>
        </a:p>
      </dsp:txBody>
      <dsp:txXfrm>
        <a:off x="1433238" y="2288435"/>
        <a:ext cx="5368995" cy="625190"/>
      </dsp:txXfrm>
    </dsp:sp>
    <dsp:sp modelId="{B24AF926-95B2-4765-A9A5-72CABBD93E17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Transfer: VGG16 with pretrained ImageNet weights</a:t>
          </a:r>
        </a:p>
      </dsp:txBody>
      <dsp:txXfrm>
        <a:off x="1904501" y="3044763"/>
        <a:ext cx="5368995" cy="625190"/>
      </dsp:txXfrm>
    </dsp:sp>
    <dsp:sp modelId="{7208FAF5-4E98-4BC4-ABCA-54643F2BD75E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7F13A0D7-D1E2-43EF-A31F-244E81782800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5640466D-CD29-4E5C-8B30-8556E7C4CA3C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C3ABA3A8-C51A-48BB-B370-29A47700F982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8AE021-FC57-4447-903C-4C2454D86F5E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5B91D-8EF0-4D62-91D5-C44644664629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Reuse features learned on large datasets (ImageNet)</a:t>
          </a:r>
        </a:p>
      </dsp:txBody>
      <dsp:txXfrm>
        <a:off x="729373" y="1314747"/>
        <a:ext cx="1488867" cy="595546"/>
      </dsp:txXfrm>
    </dsp:sp>
    <dsp:sp modelId="{FD71B9C9-7A84-4BF8-844B-AF3A37776054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93EF4-A7C6-4DE8-8ED5-FAB38D9C0A2C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Freeze base model weights (convolutional layers)</a:t>
          </a:r>
        </a:p>
      </dsp:txBody>
      <dsp:txXfrm>
        <a:off x="2478792" y="1314747"/>
        <a:ext cx="1488867" cy="595546"/>
      </dsp:txXfrm>
    </dsp:sp>
    <dsp:sp modelId="{4A1C4B4E-19B1-41DA-9ECC-4FF9F132711B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94069-1DFF-4148-8285-5715C8FB3DDB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Train only the new classifier head</a:t>
          </a:r>
        </a:p>
      </dsp:txBody>
      <dsp:txXfrm>
        <a:off x="4228211" y="1314747"/>
        <a:ext cx="1488867" cy="595546"/>
      </dsp:txXfrm>
    </dsp:sp>
    <dsp:sp modelId="{676EE88A-DFCD-4259-8EC6-F28B87ED0BCB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61F93-340F-4E83-8D5A-3E784153E580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Benefits: Faster training, better accuracy, less data needed</a:t>
          </a:r>
        </a:p>
      </dsp:txBody>
      <dsp:txXfrm>
        <a:off x="5977630" y="1314747"/>
        <a:ext cx="1488867" cy="595546"/>
      </dsp:txXfrm>
    </dsp:sp>
    <dsp:sp modelId="{5628D4A0-EF54-4091-A249-7142C8FFAE88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14569-85E3-44E6-904A-8D4494FB68CD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Approach: Fine-tuning only the output layer</a:t>
          </a:r>
        </a:p>
      </dsp:txBody>
      <dsp:txXfrm>
        <a:off x="3353501" y="3204069"/>
        <a:ext cx="1488867" cy="5955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71CA7-6012-403D-9C39-CC8E71B04588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Transfer Learning is powerful for image classification</a:t>
          </a:r>
        </a:p>
      </dsp:txBody>
      <dsp:txXfrm>
        <a:off x="0" y="179916"/>
        <a:ext cx="2561209" cy="1536725"/>
      </dsp:txXfrm>
    </dsp:sp>
    <dsp:sp modelId="{3186B694-1546-4D0C-B4CA-CF44FBABA533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Pretrained features (ImageNet) transfer well to new domains</a:t>
          </a:r>
        </a:p>
      </dsp:txBody>
      <dsp:txXfrm>
        <a:off x="2817330" y="179916"/>
        <a:ext cx="2561209" cy="1536725"/>
      </dsp:txXfrm>
    </dsp:sp>
    <dsp:sp modelId="{393E272C-750C-4892-AA5D-80F45CE37F62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Frozen backbone + new head = fast, efficient training</a:t>
          </a:r>
        </a:p>
      </dsp:txBody>
      <dsp:txXfrm>
        <a:off x="5634661" y="179916"/>
        <a:ext cx="2561209" cy="1536725"/>
      </dsp:txXfrm>
    </dsp:sp>
    <dsp:sp modelId="{8D5A99D8-F406-4D34-BD68-B1955F6EC9CB}">
      <dsp:nvSpPr>
        <dsp:cNvPr id="0" name=""/>
        <dsp:cNvSpPr/>
      </dsp:nvSpPr>
      <dsp:spPr>
        <a:xfrm>
          <a:off x="0" y="1972762"/>
          <a:ext cx="2561209" cy="1536725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4. Better accuracy with fewer parameters to update</a:t>
          </a:r>
        </a:p>
      </dsp:txBody>
      <dsp:txXfrm>
        <a:off x="0" y="1972762"/>
        <a:ext cx="2561209" cy="1536725"/>
      </dsp:txXfrm>
    </dsp:sp>
    <dsp:sp modelId="{D28569E1-83F1-43F3-AB54-CD6945CB7FC1}">
      <dsp:nvSpPr>
        <dsp:cNvPr id="0" name=""/>
        <dsp:cNvSpPr/>
      </dsp:nvSpPr>
      <dsp:spPr>
        <a:xfrm>
          <a:off x="2817330" y="1972762"/>
          <a:ext cx="2561209" cy="1536725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5. Trade-off: Architecture specificity vs. generalization</a:t>
          </a:r>
        </a:p>
      </dsp:txBody>
      <dsp:txXfrm>
        <a:off x="2817330" y="1972762"/>
        <a:ext cx="2561209" cy="1536725"/>
      </dsp:txXfrm>
    </dsp:sp>
    <dsp:sp modelId="{5F1093D4-D832-4657-9741-1B45049A37C4}">
      <dsp:nvSpPr>
        <dsp:cNvPr id="0" name=""/>
        <dsp:cNvSpPr/>
      </dsp:nvSpPr>
      <dsp:spPr>
        <a:xfrm>
          <a:off x="5634661" y="19727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6. Hyperparameter optimization (Optuna) still needed</a:t>
          </a:r>
        </a:p>
      </dsp:txBody>
      <dsp:txXfrm>
        <a:off x="5634661" y="1972762"/>
        <a:ext cx="2561209" cy="1536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CNN Image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Celestial Object Recognition with AlexNet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s-ES"/>
              <a:t>Project Overview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57CE16A-BF44-251A-D9D2-37B46A7A4407}"/>
              </a:ext>
            </a:extLst>
          </p:cNvPr>
          <p:cNvGraphicFramePr/>
          <p:nvPr/>
        </p:nvGraphicFramePr>
        <p:xfrm>
          <a:off x="731520" y="1097280"/>
          <a:ext cx="7680960" cy="576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3445" y="1070800"/>
            <a:ext cx="3119149" cy="55831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7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EFEBF4B-4C32-A774-B53A-D4A39BFB77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918301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4FC4D8-4620-7ABB-F53E-230D0946E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6" y="335943"/>
            <a:ext cx="1795834" cy="1795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C88CB3-CAB6-70C4-89D9-564EDE341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649" y="741595"/>
            <a:ext cx="1837636" cy="1225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0994D2-DC86-D948-18EB-FC4B8147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610" y="760176"/>
            <a:ext cx="2111876" cy="1187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98E909-26A4-3B5A-D2FB-83CEB588C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64" y="2804656"/>
            <a:ext cx="1980839" cy="1115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924DF-FE71-2357-ED3E-5E27CC6336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2727" y="2845489"/>
            <a:ext cx="1837636" cy="10336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94C522-FE79-C1C7-7F49-29A53D8189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845489"/>
            <a:ext cx="1982821" cy="1115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BCB02C-17E0-226F-EFA4-25C8E29EA2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1467" y="2804656"/>
            <a:ext cx="2164069" cy="12172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F3D78D-1573-2136-D9F5-EE8ABB2ABA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464" y="4826442"/>
            <a:ext cx="1980839" cy="11142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BDF7B2-A3D6-4F70-E0B6-B081F8FF95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2727" y="4779254"/>
            <a:ext cx="2148619" cy="12085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15DBBC-78D9-04B9-49D8-A61795B3C1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5873" y="4817376"/>
            <a:ext cx="1982821" cy="11153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BA062C-AB57-F640-09CF-B3B8C61212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6917" y="4826442"/>
            <a:ext cx="2148619" cy="120859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CBC701-51EA-9C66-42AD-D24EE98947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3867" y="760176"/>
            <a:ext cx="2011669" cy="113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0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Data Transformations</a:t>
            </a:r>
            <a:r>
              <a:rPr lang="en-US" dirty="0"/>
              <a:t> - </a:t>
            </a:r>
            <a:r>
              <a:rPr lang="en-US" dirty="0" err="1"/>
              <a:t>Optuna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ImageNet Normalization: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s-ES" dirty="0"/>
              <a:t>			   Mean                                              </a:t>
            </a:r>
            <a:r>
              <a:rPr lang="es-ES" dirty="0" err="1"/>
              <a:t>Std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</a:t>
            </a:r>
            <a:r>
              <a:rPr lang="en-US" dirty="0"/>
              <a:t>• ImageNet  	</a:t>
            </a:r>
            <a:r>
              <a:rPr lang="es-ES" dirty="0"/>
              <a:t>[0.485, 0.456, 0.406]                [0.229, 0.224, 0.225]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 • Custom 	suggested trials (0.0, 1.0)         </a:t>
            </a:r>
            <a:r>
              <a:rPr lang="en-US" dirty="0" err="1"/>
              <a:t>suggestd</a:t>
            </a:r>
            <a:r>
              <a:rPr lang="en-US" dirty="0"/>
              <a:t> trials(0.1, 0.5)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 </a:t>
            </a:r>
            <a:r>
              <a:rPr lang="es-ES" dirty="0"/>
              <a:t>• Simple  	[0.0, 0.0, 0.0]                               [1.0, 1.0, 1.0]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Data Augmentation (Training):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Resize: 224×224 </a:t>
            </a:r>
            <a:r>
              <a:rPr lang="en-US" dirty="0"/>
              <a:t>or</a:t>
            </a:r>
            <a:r>
              <a:rPr dirty="0"/>
              <a:t> </a:t>
            </a:r>
            <a:r>
              <a:rPr lang="en-US" dirty="0"/>
              <a:t>299</a:t>
            </a:r>
            <a:r>
              <a:rPr dirty="0"/>
              <a:t>×</a:t>
            </a:r>
            <a:r>
              <a:rPr lang="en-US" dirty="0"/>
              <a:t>299</a:t>
            </a:r>
            <a:r>
              <a:rPr dirty="0"/>
              <a:t>pixels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Random Rotation: 0-360 degrees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Random Horizontal Flip: 50% probability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Color Jitter: Brightness adjustment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Random Crop: Scale 0.</a:t>
            </a:r>
            <a:r>
              <a:rPr lang="en-US" dirty="0"/>
              <a:t>7</a:t>
            </a:r>
            <a:r>
              <a:rPr dirty="0"/>
              <a:t>-1.0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Inference Transform: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Only Resize + Normalize (no augmentation)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E20D7B-1054-009B-08BA-993F55985612}"/>
              </a:ext>
            </a:extLst>
          </p:cNvPr>
          <p:cNvCxnSpPr/>
          <p:nvPr/>
        </p:nvCxnSpPr>
        <p:spPr>
          <a:xfrm>
            <a:off x="731520" y="3162517"/>
            <a:ext cx="7552834" cy="383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894796-5761-30B9-F6E5-4CCA36C2FE65}"/>
              </a:ext>
            </a:extLst>
          </p:cNvPr>
          <p:cNvSpPr txBox="1"/>
          <p:nvPr/>
        </p:nvSpPr>
        <p:spPr>
          <a:xfrm>
            <a:off x="771525" y="1967266"/>
            <a:ext cx="1971675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ALEXNET ARCHITECTURE</a:t>
            </a:r>
          </a:p>
        </p:txBody>
      </p:sp>
      <p:pic>
        <p:nvPicPr>
          <p:cNvPr id="2" name="Picture 1" descr="AlexNet Architecture Explained. The convolutional neural ...">
            <a:extLst>
              <a:ext uri="{FF2B5EF4-FFF2-40B4-BE49-F238E27FC236}">
                <a16:creationId xmlns:a16="http://schemas.microsoft.com/office/drawing/2014/main" id="{A0375B33-3D0C-4AB3-6362-70FC8063F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2264522"/>
            <a:ext cx="5085525" cy="232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4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AlexNet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1929" y="1739591"/>
            <a:ext cx="4550784" cy="48238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Convolutional Layers:</a:t>
            </a:r>
          </a:p>
          <a:p>
            <a:pPr lvl="1"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Layer 1: 3 → 96 channels (11×11 kernel, stride=4)</a:t>
            </a:r>
          </a:p>
          <a:p>
            <a:pPr lvl="1"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Layer 2: 96 → 256 channels (5×5 kernel)</a:t>
            </a:r>
          </a:p>
          <a:p>
            <a:pPr lvl="1"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Layer 3: 256 → 384 channels (3×3 kernel)</a:t>
            </a:r>
          </a:p>
          <a:p>
            <a:pPr lvl="1"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Layer 4: 384 → 384 channels (3×3 kernel)</a:t>
            </a:r>
          </a:p>
          <a:p>
            <a:pPr lvl="1"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Layer 5: 384 → 256 channels (3×3 kernel)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1300" dirty="0"/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00" dirty="0"/>
              <a:t>Pooling &amp; Flattening:</a:t>
            </a:r>
          </a:p>
          <a:p>
            <a:pPr lvl="1"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00" dirty="0"/>
              <a:t>Max Pooling: 3×3 kernel with stride 2</a:t>
            </a:r>
          </a:p>
          <a:p>
            <a:pPr lvl="1"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00" dirty="0"/>
              <a:t>Adaptive Avg Pool: (1×1) for variable input sizes</a:t>
            </a:r>
          </a:p>
          <a:p>
            <a:pPr lvl="1"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00" dirty="0"/>
              <a:t>Flatten: Output → 9,216 features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1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A7E30-497A-7C14-13A3-B47EFE82DE3C}"/>
              </a:ext>
            </a:extLst>
          </p:cNvPr>
          <p:cNvSpPr txBox="1"/>
          <p:nvPr/>
        </p:nvSpPr>
        <p:spPr>
          <a:xfrm>
            <a:off x="5304387" y="4545471"/>
            <a:ext cx="462169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Fully Connected Layers: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 • FC1: 9,216 → 4,096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 • FC2: 4,096 → 4,096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 • FC3: 4,096 → 12 (classes output)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5245"/>
            <a:ext cx="768096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Total Parameters: ~62 Million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Layer Breakdown: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Convolutional layers: ~40 Million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Fully connected layers: ~22 Million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Activation Functions: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</a:t>
            </a:r>
            <a:r>
              <a:rPr dirty="0" err="1"/>
              <a:t>ReLU</a:t>
            </a:r>
            <a:r>
              <a:rPr dirty="0"/>
              <a:t> (Rectified Linear Unit) for all hidden layers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Linear output for classification with </a:t>
            </a:r>
            <a:r>
              <a:rPr dirty="0" err="1"/>
              <a:t>CrossEntropyLoss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Key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Adaptive pooling handles variable input sizes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Dropout could be added for regularization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Optuna Hyperparameter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355" y="858741"/>
            <a:ext cx="768096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Search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100 trials per optimization run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50 epochs per trial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Minimize validation loss (objective)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Hyperparameters Optimized: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Batch Size: </a:t>
            </a:r>
            <a:r>
              <a:rPr lang="es-ES" dirty="0"/>
              <a:t>[32, 64, 128, 256</a:t>
            </a:r>
            <a:r>
              <a:rPr dirty="0"/>
              <a:t>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</a:t>
            </a:r>
            <a:r>
              <a:rPr dirty="0"/>
              <a:t>• Learning Rate: [1e-5, 1e-2] (log scale)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Optimizer: Adam or SGD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s-ES" dirty="0"/>
              <a:t>  • Momentum : [0.8, 1]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s-ES" dirty="0"/>
              <a:t>  • Weight </a:t>
            </a:r>
            <a:r>
              <a:rPr lang="es-ES" dirty="0" err="1"/>
              <a:t>Decay</a:t>
            </a:r>
            <a:r>
              <a:rPr lang="es-ES" dirty="0"/>
              <a:t> : [1e-5, 1e-2] (log </a:t>
            </a:r>
            <a:r>
              <a:rPr lang="es-ES" dirty="0" err="1"/>
              <a:t>scale</a:t>
            </a:r>
            <a:r>
              <a:rPr lang="es-ES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s-ES" dirty="0"/>
              <a:t> • </a:t>
            </a:r>
            <a:r>
              <a:rPr lang="es-ES" dirty="0" err="1"/>
              <a:t>Scaling</a:t>
            </a:r>
            <a:r>
              <a:rPr lang="es-ES" dirty="0"/>
              <a:t> (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choose</a:t>
            </a:r>
            <a:r>
              <a:rPr lang="es-ES" dirty="0"/>
              <a:t> Adam ) : [ 0.9 , 1]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Augmentation: Rotation, flip, brightness, crop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50041" y="586855"/>
            <a:ext cx="2401025" cy="33874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1227" y="645836"/>
            <a:ext cx="5371651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Loss Function: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  • </a:t>
            </a:r>
            <a:r>
              <a:rPr lang="en-US" sz="1700" dirty="0" err="1"/>
              <a:t>CrossEntropyLoss</a:t>
            </a:r>
            <a:r>
              <a:rPr lang="en-US" sz="1700" dirty="0"/>
              <a:t> (standard for multi-class classification)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1700" dirty="0"/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Training Strategy: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 • Batch-wise updates to model weights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  • Gradient descent with backpropagation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  • Line: </a:t>
            </a:r>
            <a:r>
              <a:rPr lang="en-US" sz="1700" dirty="0" err="1"/>
              <a:t>optimizer.zero_grad</a:t>
            </a:r>
            <a:r>
              <a:rPr lang="en-US" sz="1700" dirty="0"/>
              <a:t>() → </a:t>
            </a:r>
            <a:r>
              <a:rPr lang="en-US" sz="1700" dirty="0" err="1"/>
              <a:t>loss.backward</a:t>
            </a:r>
            <a:r>
              <a:rPr lang="en-US" sz="1700" dirty="0"/>
              <a:t>() → </a:t>
            </a:r>
            <a:r>
              <a:rPr lang="en-US" sz="1700" dirty="0" err="1"/>
              <a:t>optimizer.step</a:t>
            </a:r>
            <a:r>
              <a:rPr lang="en-US" sz="1700" dirty="0"/>
              <a:t>()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1700" dirty="0"/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Early Stopping: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  • Monitor validation loss every epoch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  • Stop if no improvement for 15-20 epochs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50041" y="586855"/>
            <a:ext cx="2401025" cy="33874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Validation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Validation Process (per epoch):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  • Forward pass through validation set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  • Compute loss without gradient computation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  • </a:t>
            </a:r>
            <a:r>
              <a:rPr lang="en-US" sz="1400" dirty="0" err="1"/>
              <a:t>torch.no_grad</a:t>
            </a:r>
            <a:r>
              <a:rPr lang="en-US" sz="1400" dirty="0"/>
              <a:t>() context for efficiency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1400" dirty="0"/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Metrics Tracked: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  • Training Loss: Loss on training set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  • Validation Loss: Loss on validation set (decides early stop)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  • Training Accuracy: % correct predictions on training set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  • Validation Accuracy: % correct predictions on validation set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1400" dirty="0"/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Checkpoint Saving: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  • Save model when validation loss improves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/>
              <a:t>  • Keep best model + final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Testing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476" y="792480"/>
            <a:ext cx="768096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Test Evaluation: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Use completely unseen test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No gradient computation (</a:t>
            </a:r>
            <a:r>
              <a:rPr sz="1600" dirty="0" err="1"/>
              <a:t>model.eval</a:t>
            </a:r>
            <a:r>
              <a:rPr sz="1600" dirty="0"/>
              <a:t>() mode)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Same preprocessing as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sz="16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Metrics Computed: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Overall Test Accuracy: % correct on entire test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</a:t>
            </a:r>
            <a:r>
              <a:rPr lang="en-US" sz="1600" dirty="0"/>
              <a:t>Avg Loss Score</a:t>
            </a:r>
            <a:endParaRPr sz="16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sz="16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Evaluation Process: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1. Load trained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2. Forward pass through test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3. Get predictions using argmax of </a:t>
            </a:r>
            <a:r>
              <a:rPr sz="1600" dirty="0" err="1"/>
              <a:t>softmax</a:t>
            </a:r>
            <a:r>
              <a:rPr sz="1600" dirty="0"/>
              <a:t> probabilities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4. Compare with ground truth labels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5. Calculate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Results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Training Metrics: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Final Train Accuracy: 85-92%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Final Val Accuracy: 78-88%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Final Val Loss: 0.2-0.5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Test Results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Test Accuracy: 75-85%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High confidence (&gt;80%) for most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Optuna Optimization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F0811-FFFF-1EA2-2405-A1F0982D1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64" y="777912"/>
            <a:ext cx="6751983" cy="42222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DCE84E-2AA7-A8E1-56E0-FAEB431A2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91" y="5046537"/>
            <a:ext cx="7043531" cy="15845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4C7440-D4AB-FE53-DA8E-4D25E2520F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9450" r="154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Complete Training Pipeline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B27D379-762B-6E75-45FE-A6FF49D4D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03411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dirty="0" err="1"/>
              <a:t>AlexNet</a:t>
            </a:r>
            <a:r>
              <a:rPr lang="en-US" dirty="0"/>
              <a:t> Results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F481C-7A34-5858-ECE0-D4C28804F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35" y="1902318"/>
            <a:ext cx="8044930" cy="302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445A64-C375-59ED-C20A-66D23B7D7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90" y="2976419"/>
            <a:ext cx="5239481" cy="20481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Improvements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1326A0E-38C2-5A65-D61E-C7CE824465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894057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Built complete CNN pipeline for astronomy image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Implemented 12-class classification with </a:t>
            </a:r>
            <a:r>
              <a:rPr dirty="0" err="1"/>
              <a:t>AlexNet</a:t>
            </a:r>
            <a:r>
              <a:rPr dirty="0"/>
              <a:t> (62M parameters)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Optimized hyperparameters using </a:t>
            </a:r>
            <a:r>
              <a:rPr dirty="0" err="1"/>
              <a:t>Optuna</a:t>
            </a:r>
            <a:r>
              <a:rPr dirty="0"/>
              <a:t> (100 trials)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Created modular, production-ready code (8 modules, 4 scripts)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Dynamic data augmentation improving generalization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Ready for deployment and real-world use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40148" y="818984"/>
            <a:ext cx="4947184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Transfer Learning Comparison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48905" y="4797188"/>
            <a:ext cx="4538427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4472C4"/>
                </a:solidFill>
              </a:defRPr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AlexNet vs VGG16 for Image Classification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8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0F541EC-50E4-5567-627F-BBEAA97F8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990109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8055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Transfer Learning?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A536F0F-CF13-1E94-B7D4-07E3424FBD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1981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7935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Model Architectures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136" y="2285097"/>
            <a:ext cx="3444586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rPr dirty="0" err="1"/>
              <a:t>AlexNet</a:t>
            </a:r>
            <a:r>
              <a:rPr dirty="0"/>
              <a:t> (Original)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Conv layers: 5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Parameters: ~62M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Dense layers: 3 (4096→4096→12)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Input: 224×224 RGB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Activation: </a:t>
            </a:r>
            <a:r>
              <a:rPr dirty="0" err="1"/>
              <a:t>ReLU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Strategy: Train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1659" y="2149743"/>
            <a:ext cx="4831773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0AD47"/>
                </a:solidFill>
              </a:defRPr>
            </a:pPr>
            <a:r>
              <a:rPr dirty="0"/>
              <a:t>VGG16 (Transfer)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Conv layers: 16 (frozen)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Parameters: ~138M total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Trainable params: ~106k only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Input: 224×224 RGB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Activation: </a:t>
            </a:r>
            <a:r>
              <a:rPr dirty="0" err="1"/>
              <a:t>ReLU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Strategy: Freeze features, retrain head</a:t>
            </a:r>
          </a:p>
        </p:txBody>
      </p:sp>
    </p:spTree>
    <p:extLst>
      <p:ext uri="{BB962C8B-B14F-4D97-AF65-F5344CB8AC3E}">
        <p14:creationId xmlns:p14="http://schemas.microsoft.com/office/powerpoint/2010/main" val="1017292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Training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482" y="1770475"/>
            <a:ext cx="2852305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rPr dirty="0" err="1"/>
              <a:t>AlexNet</a:t>
            </a:r>
            <a:r>
              <a:rPr dirty="0"/>
              <a:t> Pipeline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1. Load random weights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2. Apply data augmentation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3. Train all layers (all batches)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4. Compute loss: </a:t>
            </a:r>
            <a:r>
              <a:rPr dirty="0" err="1"/>
              <a:t>CrossEntropyLoss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5. Update all ~62M parameters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6. Validation on held-out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7864" y="1770475"/>
            <a:ext cx="3751117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0AD47"/>
                </a:solidFill>
              </a:defRPr>
            </a:pPr>
            <a:r>
              <a:rPr dirty="0"/>
              <a:t>VGG16 Pipeline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1. Load pretrained ImageNet weights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2. Freeze all conv layers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3. Only train classifier head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4. Compute loss: </a:t>
            </a:r>
            <a:r>
              <a:rPr dirty="0" err="1"/>
              <a:t>CrossEntropyLoss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5. Update only ~106k parameters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6. Validation on held-out set</a:t>
            </a:r>
          </a:p>
        </p:txBody>
      </p:sp>
    </p:spTree>
    <p:extLst>
      <p:ext uri="{BB962C8B-B14F-4D97-AF65-F5344CB8AC3E}">
        <p14:creationId xmlns:p14="http://schemas.microsoft.com/office/powerpoint/2010/main" val="3223036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19797" y="586855"/>
            <a:ext cx="3172575" cy="33874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Hyperparameters Used (Optuna Optimized)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7368" y="649480"/>
            <a:ext cx="364683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Batch Size: 64 | Image Size: 224×224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Learning Rate (</a:t>
            </a:r>
            <a:r>
              <a:rPr lang="en-US" sz="1700" dirty="0" err="1"/>
              <a:t>AlexNet</a:t>
            </a:r>
            <a:r>
              <a:rPr lang="en-US" sz="1700" dirty="0"/>
              <a:t>): ~1e-4 | Learning Rate (VGG): ~1e-4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Optimizer: Adam | Momentum: 0.9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Weight Decay: 1e-4 | Epochs: 50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Augmentation: Rotation, Flip, Color Jitter, Crop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Normalization: Custom</a:t>
            </a:r>
          </a:p>
        </p:txBody>
      </p:sp>
    </p:spTree>
    <p:extLst>
      <p:ext uri="{BB962C8B-B14F-4D97-AF65-F5344CB8AC3E}">
        <p14:creationId xmlns:p14="http://schemas.microsoft.com/office/powerpoint/2010/main" val="2516726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rPr dirty="0" err="1"/>
              <a:t>AlexNet</a:t>
            </a:r>
            <a:r>
              <a:rPr dirty="0"/>
              <a:t> (From Scratch)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Training time: ~45-60 min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Convergence: Slower (needs all data)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Parameters learnable: 62M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Typical accuracy: 65-75%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Generalization: May overfit (no pretrained base)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0584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0AD47"/>
                </a:solidFill>
              </a:defRPr>
            </a:pPr>
            <a:r>
              <a:rPr dirty="0"/>
              <a:t>VGG16 (Transfer Learning)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Training time: ~10-15 min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Convergence: Faster (fewer params)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Parameters learnable: ~106k only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Typical accuracy: 78-88%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rPr dirty="0"/>
              <a:t>Generalization: Better (rich features from ImageNet)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9CBC32-E331-EBFD-2C5A-81CE7BB28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70" y="4442895"/>
            <a:ext cx="8044930" cy="302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BD0C24-E2EF-9BB5-BAAD-86F600E3D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70" y="3762735"/>
            <a:ext cx="7994591" cy="33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32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Training &amp; Validation Curves: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  Only VGG show convergence over epochs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  VGG16 reaches target accuracy much faster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  Validation loss remains stable (good generalization)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Test Set Performance: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  VGG outperforms </a:t>
            </a:r>
            <a:r>
              <a:rPr lang="en-US" sz="1700" dirty="0" err="1"/>
              <a:t>AlexNet</a:t>
            </a:r>
            <a:r>
              <a:rPr lang="en-US" sz="1700" dirty="0"/>
              <a:t> by ~90%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  Transfer Learning proves its value on this dataset</a:t>
            </a:r>
          </a:p>
        </p:txBody>
      </p:sp>
    </p:spTree>
    <p:extLst>
      <p:ext uri="{BB962C8B-B14F-4D97-AF65-F5344CB8AC3E}">
        <p14:creationId xmlns:p14="http://schemas.microsoft.com/office/powerpoint/2010/main" val="2205356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Advantages of Transfer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Significantly faster training (4-6x speedup)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Better accuracy with less training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Leverages features learned on ImageNet (1.2M images)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Reduced overfitting risk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Lower computational cost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More practical for limited datasets</a:t>
            </a:r>
          </a:p>
        </p:txBody>
      </p:sp>
    </p:spTree>
    <p:extLst>
      <p:ext uri="{BB962C8B-B14F-4D97-AF65-F5344CB8AC3E}">
        <p14:creationId xmlns:p14="http://schemas.microsoft.com/office/powerpoint/2010/main" val="1864848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Takeaways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F14139D-1366-19D1-C4E7-B2C58F77F6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40797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6813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19797" y="586855"/>
            <a:ext cx="3172575" cy="33874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7368" y="649480"/>
            <a:ext cx="364683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Fine-tuning strategy: Unfreeze middle layers gradually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Data augmentation: More aggressive transforms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Other architectures: </a:t>
            </a:r>
            <a:r>
              <a:rPr lang="en-US" sz="1700"/>
              <a:t>ResNet</a:t>
            </a:r>
            <a:r>
              <a:rPr lang="en-US" sz="1700" dirty="0"/>
              <a:t>, </a:t>
            </a:r>
            <a:r>
              <a:rPr lang="en-US" sz="1700"/>
              <a:t>EfficientNet</a:t>
            </a:r>
            <a:r>
              <a:rPr lang="en-US" sz="1700" dirty="0"/>
              <a:t>, </a:t>
            </a:r>
            <a:r>
              <a:rPr lang="en-US" sz="1700"/>
              <a:t>DenseNet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Multi-task learning: Additional auxiliary losses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Ensemble methods: Combining multiple pretrained models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700" dirty="0"/>
              <a:t> Domain-specific fine-tuning on astronomy datasets</a:t>
            </a:r>
          </a:p>
        </p:txBody>
      </p:sp>
    </p:spTree>
    <p:extLst>
      <p:ext uri="{BB962C8B-B14F-4D97-AF65-F5344CB8AC3E}">
        <p14:creationId xmlns:p14="http://schemas.microsoft.com/office/powerpoint/2010/main" val="4199606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121925" y="818984"/>
            <a:ext cx="5036024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941445" y="1648870"/>
            <a:ext cx="3527136" cy="3560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>
                <a:solidFill>
                  <a:srgbClr val="4472C4"/>
                </a:solidFill>
              </a:defRPr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98266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1661</Words>
  <Application>Microsoft Office PowerPoint</Application>
  <PresentationFormat>On-screen Show (4:3)</PresentationFormat>
  <Paragraphs>252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Bernardo Llata Barata</cp:lastModifiedBy>
  <cp:revision>3</cp:revision>
  <dcterms:created xsi:type="dcterms:W3CDTF">2013-01-27T09:14:16Z</dcterms:created>
  <dcterms:modified xsi:type="dcterms:W3CDTF">2026-05-05T21:13:28Z</dcterms:modified>
  <cp:category/>
</cp:coreProperties>
</file>