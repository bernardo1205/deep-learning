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44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3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6FE646-5D54-4161-8DC1-9208C3F3EDE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2FC2D9-9E35-4345-A050-5720EC694F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Objective: Predict insurance charges from tabular patient features.</a:t>
          </a:r>
        </a:p>
      </dgm:t>
    </dgm:pt>
    <dgm:pt modelId="{C603068D-2DB0-4ACD-8138-C75BAAE677E6}" type="parTrans" cxnId="{3D3BBB8B-00CE-4BFB-9A70-9A29CD936C46}">
      <dgm:prSet/>
      <dgm:spPr/>
      <dgm:t>
        <a:bodyPr/>
        <a:lstStyle/>
        <a:p>
          <a:endParaRPr lang="en-US"/>
        </a:p>
      </dgm:t>
    </dgm:pt>
    <dgm:pt modelId="{58343EDC-5B9C-479A-B323-51FE44800394}" type="sibTrans" cxnId="{3D3BBB8B-00CE-4BFB-9A70-9A29CD936C46}">
      <dgm:prSet/>
      <dgm:spPr/>
      <dgm:t>
        <a:bodyPr/>
        <a:lstStyle/>
        <a:p>
          <a:endParaRPr lang="en-US"/>
        </a:p>
      </dgm:t>
    </dgm:pt>
    <dgm:pt modelId="{03A2E9BF-E41B-45AE-8E8F-6AA9227E25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Task type: Supervised learning (regression).</a:t>
          </a:r>
        </a:p>
      </dgm:t>
    </dgm:pt>
    <dgm:pt modelId="{3288FA04-D1EC-451A-A309-56C0C183E8EC}" type="parTrans" cxnId="{71CFC92F-5563-479C-BD71-6C62F4894EFD}">
      <dgm:prSet/>
      <dgm:spPr/>
      <dgm:t>
        <a:bodyPr/>
        <a:lstStyle/>
        <a:p>
          <a:endParaRPr lang="en-US"/>
        </a:p>
      </dgm:t>
    </dgm:pt>
    <dgm:pt modelId="{77808C02-E181-4289-91C6-F87A8E0E4A4E}" type="sibTrans" cxnId="{71CFC92F-5563-479C-BD71-6C62F4894EFD}">
      <dgm:prSet/>
      <dgm:spPr/>
      <dgm:t>
        <a:bodyPr/>
        <a:lstStyle/>
        <a:p>
          <a:endParaRPr lang="en-US"/>
        </a:p>
      </dgm:t>
    </dgm:pt>
    <dgm:pt modelId="{9AC281A4-2F04-4065-A535-0BC6FF3EA4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Output: One continuous value (charges) per sample.</a:t>
          </a:r>
        </a:p>
      </dgm:t>
    </dgm:pt>
    <dgm:pt modelId="{4C0AA149-4F6F-4F94-A83A-A6E92E344662}" type="parTrans" cxnId="{185D4D54-F3A2-447A-A54A-632F8C6474E2}">
      <dgm:prSet/>
      <dgm:spPr/>
      <dgm:t>
        <a:bodyPr/>
        <a:lstStyle/>
        <a:p>
          <a:endParaRPr lang="en-US"/>
        </a:p>
      </dgm:t>
    </dgm:pt>
    <dgm:pt modelId="{21E8FCA9-14BD-4731-8E1E-E08C83ACCD73}" type="sibTrans" cxnId="{185D4D54-F3A2-447A-A54A-632F8C6474E2}">
      <dgm:prSet/>
      <dgm:spPr/>
      <dgm:t>
        <a:bodyPr/>
        <a:lstStyle/>
        <a:p>
          <a:endParaRPr lang="en-US"/>
        </a:p>
      </dgm:t>
    </dgm:pt>
    <dgm:pt modelId="{C6132360-C932-4BA6-8C69-B862BCCE3B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Business impact: Better pricing estimation and risk analysis.</a:t>
          </a:r>
        </a:p>
      </dgm:t>
    </dgm:pt>
    <dgm:pt modelId="{CF3357A7-B46A-4F2F-9504-DBD8A40107E2}" type="parTrans" cxnId="{F3AF9480-2561-49C3-AEAA-40267E37436F}">
      <dgm:prSet/>
      <dgm:spPr/>
      <dgm:t>
        <a:bodyPr/>
        <a:lstStyle/>
        <a:p>
          <a:endParaRPr lang="en-US"/>
        </a:p>
      </dgm:t>
    </dgm:pt>
    <dgm:pt modelId="{691E6F97-F2CD-40CC-84E1-A0A7005C165D}" type="sibTrans" cxnId="{F3AF9480-2561-49C3-AEAA-40267E37436F}">
      <dgm:prSet/>
      <dgm:spPr/>
      <dgm:t>
        <a:bodyPr/>
        <a:lstStyle/>
        <a:p>
          <a:endParaRPr lang="en-US"/>
        </a:p>
      </dgm:t>
    </dgm:pt>
    <dgm:pt modelId="{A646AFF6-B190-4A87-AE71-23EA581293D6}" type="pres">
      <dgm:prSet presAssocID="{CB6FE646-5D54-4161-8DC1-9208C3F3EDE5}" presName="root" presStyleCnt="0">
        <dgm:presLayoutVars>
          <dgm:dir/>
          <dgm:resizeHandles val="exact"/>
        </dgm:presLayoutVars>
      </dgm:prSet>
      <dgm:spPr/>
    </dgm:pt>
    <dgm:pt modelId="{D6BE5C03-EBA0-40D3-A883-C8A8FA914D38}" type="pres">
      <dgm:prSet presAssocID="{492FC2D9-9E35-4345-A050-5720EC694F8F}" presName="compNode" presStyleCnt="0"/>
      <dgm:spPr/>
    </dgm:pt>
    <dgm:pt modelId="{E2E5F2EF-C464-4212-B08F-19FDAAC90727}" type="pres">
      <dgm:prSet presAssocID="{492FC2D9-9E35-4345-A050-5720EC694F8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6748B282-F292-4537-AA31-55A2F049B830}" type="pres">
      <dgm:prSet presAssocID="{492FC2D9-9E35-4345-A050-5720EC694F8F}" presName="spaceRect" presStyleCnt="0"/>
      <dgm:spPr/>
    </dgm:pt>
    <dgm:pt modelId="{A7154F7F-5405-4E59-A443-CC968EE6E636}" type="pres">
      <dgm:prSet presAssocID="{492FC2D9-9E35-4345-A050-5720EC694F8F}" presName="textRect" presStyleLbl="revTx" presStyleIdx="0" presStyleCnt="4">
        <dgm:presLayoutVars>
          <dgm:chMax val="1"/>
          <dgm:chPref val="1"/>
        </dgm:presLayoutVars>
      </dgm:prSet>
      <dgm:spPr/>
    </dgm:pt>
    <dgm:pt modelId="{A665A9AC-6E04-4E9E-9121-A224DE8CA98F}" type="pres">
      <dgm:prSet presAssocID="{58343EDC-5B9C-479A-B323-51FE44800394}" presName="sibTrans" presStyleCnt="0"/>
      <dgm:spPr/>
    </dgm:pt>
    <dgm:pt modelId="{C24A1435-CF6D-4A18-A04A-1D03F693826E}" type="pres">
      <dgm:prSet presAssocID="{03A2E9BF-E41B-45AE-8E8F-6AA9227E25C0}" presName="compNode" presStyleCnt="0"/>
      <dgm:spPr/>
    </dgm:pt>
    <dgm:pt modelId="{E980D36F-0628-4937-9C74-0D97D73FC29E}" type="pres">
      <dgm:prSet presAssocID="{03A2E9BF-E41B-45AE-8E8F-6AA9227E25C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B997CBC-EEFE-4235-92B2-5D429254465C}" type="pres">
      <dgm:prSet presAssocID="{03A2E9BF-E41B-45AE-8E8F-6AA9227E25C0}" presName="spaceRect" presStyleCnt="0"/>
      <dgm:spPr/>
    </dgm:pt>
    <dgm:pt modelId="{96C6212A-00E9-4544-8DC0-4771495D9A9D}" type="pres">
      <dgm:prSet presAssocID="{03A2E9BF-E41B-45AE-8E8F-6AA9227E25C0}" presName="textRect" presStyleLbl="revTx" presStyleIdx="1" presStyleCnt="4">
        <dgm:presLayoutVars>
          <dgm:chMax val="1"/>
          <dgm:chPref val="1"/>
        </dgm:presLayoutVars>
      </dgm:prSet>
      <dgm:spPr/>
    </dgm:pt>
    <dgm:pt modelId="{0522430E-568E-4386-A0D6-4923D707BCE0}" type="pres">
      <dgm:prSet presAssocID="{77808C02-E181-4289-91C6-F87A8E0E4A4E}" presName="sibTrans" presStyleCnt="0"/>
      <dgm:spPr/>
    </dgm:pt>
    <dgm:pt modelId="{026E3BF6-64C1-4BB5-B45A-811D1DA6ECF8}" type="pres">
      <dgm:prSet presAssocID="{9AC281A4-2F04-4065-A535-0BC6FF3EA4F4}" presName="compNode" presStyleCnt="0"/>
      <dgm:spPr/>
    </dgm:pt>
    <dgm:pt modelId="{7A2557FF-1919-4531-A71F-BBEE1251016A}" type="pres">
      <dgm:prSet presAssocID="{9AC281A4-2F04-4065-A535-0BC6FF3EA4F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B9299615-8E76-4A6D-BFB4-5B92CB642DD4}" type="pres">
      <dgm:prSet presAssocID="{9AC281A4-2F04-4065-A535-0BC6FF3EA4F4}" presName="spaceRect" presStyleCnt="0"/>
      <dgm:spPr/>
    </dgm:pt>
    <dgm:pt modelId="{B6CC3607-052B-411C-AAB9-D7AF39B239C0}" type="pres">
      <dgm:prSet presAssocID="{9AC281A4-2F04-4065-A535-0BC6FF3EA4F4}" presName="textRect" presStyleLbl="revTx" presStyleIdx="2" presStyleCnt="4">
        <dgm:presLayoutVars>
          <dgm:chMax val="1"/>
          <dgm:chPref val="1"/>
        </dgm:presLayoutVars>
      </dgm:prSet>
      <dgm:spPr/>
    </dgm:pt>
    <dgm:pt modelId="{34805F9D-FBF4-4DF7-B562-A57C2ECC71FB}" type="pres">
      <dgm:prSet presAssocID="{21E8FCA9-14BD-4731-8E1E-E08C83ACCD73}" presName="sibTrans" presStyleCnt="0"/>
      <dgm:spPr/>
    </dgm:pt>
    <dgm:pt modelId="{AC5406B8-912D-40E8-AE13-323A26361615}" type="pres">
      <dgm:prSet presAssocID="{C6132360-C932-4BA6-8C69-B862BCCE3B95}" presName="compNode" presStyleCnt="0"/>
      <dgm:spPr/>
    </dgm:pt>
    <dgm:pt modelId="{5AC77BD6-17C1-4823-AD7B-DA28E3AD3109}" type="pres">
      <dgm:prSet presAssocID="{C6132360-C932-4BA6-8C69-B862BCCE3B9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A8673884-279C-48DB-A2EF-0AE9BC8F7E2F}" type="pres">
      <dgm:prSet presAssocID="{C6132360-C932-4BA6-8C69-B862BCCE3B95}" presName="spaceRect" presStyleCnt="0"/>
      <dgm:spPr/>
    </dgm:pt>
    <dgm:pt modelId="{84CCFB15-273E-46B4-8EFC-B7278FF18431}" type="pres">
      <dgm:prSet presAssocID="{C6132360-C932-4BA6-8C69-B862BCCE3B9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CBCB602-B676-4A92-8F71-371A5D8B1C71}" type="presOf" srcId="{9AC281A4-2F04-4065-A535-0BC6FF3EA4F4}" destId="{B6CC3607-052B-411C-AAB9-D7AF39B239C0}" srcOrd="0" destOrd="0" presId="urn:microsoft.com/office/officeart/2018/2/layout/IconLabelList"/>
    <dgm:cxn modelId="{71CFC92F-5563-479C-BD71-6C62F4894EFD}" srcId="{CB6FE646-5D54-4161-8DC1-9208C3F3EDE5}" destId="{03A2E9BF-E41B-45AE-8E8F-6AA9227E25C0}" srcOrd="1" destOrd="0" parTransId="{3288FA04-D1EC-451A-A309-56C0C183E8EC}" sibTransId="{77808C02-E181-4289-91C6-F87A8E0E4A4E}"/>
    <dgm:cxn modelId="{93247B61-90B6-4DA8-85FC-FA41F409B7D5}" type="presOf" srcId="{CB6FE646-5D54-4161-8DC1-9208C3F3EDE5}" destId="{A646AFF6-B190-4A87-AE71-23EA581293D6}" srcOrd="0" destOrd="0" presId="urn:microsoft.com/office/officeart/2018/2/layout/IconLabelList"/>
    <dgm:cxn modelId="{35376074-E6D7-48AF-A255-90C8A182423D}" type="presOf" srcId="{C6132360-C932-4BA6-8C69-B862BCCE3B95}" destId="{84CCFB15-273E-46B4-8EFC-B7278FF18431}" srcOrd="0" destOrd="0" presId="urn:microsoft.com/office/officeart/2018/2/layout/IconLabelList"/>
    <dgm:cxn modelId="{185D4D54-F3A2-447A-A54A-632F8C6474E2}" srcId="{CB6FE646-5D54-4161-8DC1-9208C3F3EDE5}" destId="{9AC281A4-2F04-4065-A535-0BC6FF3EA4F4}" srcOrd="2" destOrd="0" parTransId="{4C0AA149-4F6F-4F94-A83A-A6E92E344662}" sibTransId="{21E8FCA9-14BD-4731-8E1E-E08C83ACCD73}"/>
    <dgm:cxn modelId="{F3AF9480-2561-49C3-AEAA-40267E37436F}" srcId="{CB6FE646-5D54-4161-8DC1-9208C3F3EDE5}" destId="{C6132360-C932-4BA6-8C69-B862BCCE3B95}" srcOrd="3" destOrd="0" parTransId="{CF3357A7-B46A-4F2F-9504-DBD8A40107E2}" sibTransId="{691E6F97-F2CD-40CC-84E1-A0A7005C165D}"/>
    <dgm:cxn modelId="{3D3BBB8B-00CE-4BFB-9A70-9A29CD936C46}" srcId="{CB6FE646-5D54-4161-8DC1-9208C3F3EDE5}" destId="{492FC2D9-9E35-4345-A050-5720EC694F8F}" srcOrd="0" destOrd="0" parTransId="{C603068D-2DB0-4ACD-8138-C75BAAE677E6}" sibTransId="{58343EDC-5B9C-479A-B323-51FE44800394}"/>
    <dgm:cxn modelId="{A4E7C8BF-4111-402A-B0A5-523D1A51F10E}" type="presOf" srcId="{03A2E9BF-E41B-45AE-8E8F-6AA9227E25C0}" destId="{96C6212A-00E9-4544-8DC0-4771495D9A9D}" srcOrd="0" destOrd="0" presId="urn:microsoft.com/office/officeart/2018/2/layout/IconLabelList"/>
    <dgm:cxn modelId="{50AF6AE3-4472-4EA9-9C56-A3433A313555}" type="presOf" srcId="{492FC2D9-9E35-4345-A050-5720EC694F8F}" destId="{A7154F7F-5405-4E59-A443-CC968EE6E636}" srcOrd="0" destOrd="0" presId="urn:microsoft.com/office/officeart/2018/2/layout/IconLabelList"/>
    <dgm:cxn modelId="{75C9D93A-D7FF-44BB-9896-5A659A8ED71B}" type="presParOf" srcId="{A646AFF6-B190-4A87-AE71-23EA581293D6}" destId="{D6BE5C03-EBA0-40D3-A883-C8A8FA914D38}" srcOrd="0" destOrd="0" presId="urn:microsoft.com/office/officeart/2018/2/layout/IconLabelList"/>
    <dgm:cxn modelId="{D70F652A-D64D-4BCC-AE5A-A697C62B5705}" type="presParOf" srcId="{D6BE5C03-EBA0-40D3-A883-C8A8FA914D38}" destId="{E2E5F2EF-C464-4212-B08F-19FDAAC90727}" srcOrd="0" destOrd="0" presId="urn:microsoft.com/office/officeart/2018/2/layout/IconLabelList"/>
    <dgm:cxn modelId="{A383AC51-A1BF-4A5C-AC99-55BA6AF1F107}" type="presParOf" srcId="{D6BE5C03-EBA0-40D3-A883-C8A8FA914D38}" destId="{6748B282-F292-4537-AA31-55A2F049B830}" srcOrd="1" destOrd="0" presId="urn:microsoft.com/office/officeart/2018/2/layout/IconLabelList"/>
    <dgm:cxn modelId="{C24621C0-8D00-40AF-BFBC-43101F2BEC0A}" type="presParOf" srcId="{D6BE5C03-EBA0-40D3-A883-C8A8FA914D38}" destId="{A7154F7F-5405-4E59-A443-CC968EE6E636}" srcOrd="2" destOrd="0" presId="urn:microsoft.com/office/officeart/2018/2/layout/IconLabelList"/>
    <dgm:cxn modelId="{986232CE-167C-4A6E-9C71-CD5787F71C9A}" type="presParOf" srcId="{A646AFF6-B190-4A87-AE71-23EA581293D6}" destId="{A665A9AC-6E04-4E9E-9121-A224DE8CA98F}" srcOrd="1" destOrd="0" presId="urn:microsoft.com/office/officeart/2018/2/layout/IconLabelList"/>
    <dgm:cxn modelId="{86077AFA-8417-46A1-B8E7-73DBF3D311F0}" type="presParOf" srcId="{A646AFF6-B190-4A87-AE71-23EA581293D6}" destId="{C24A1435-CF6D-4A18-A04A-1D03F693826E}" srcOrd="2" destOrd="0" presId="urn:microsoft.com/office/officeart/2018/2/layout/IconLabelList"/>
    <dgm:cxn modelId="{D1AC0DFF-715A-466B-849C-D22ACE3E1F49}" type="presParOf" srcId="{C24A1435-CF6D-4A18-A04A-1D03F693826E}" destId="{E980D36F-0628-4937-9C74-0D97D73FC29E}" srcOrd="0" destOrd="0" presId="urn:microsoft.com/office/officeart/2018/2/layout/IconLabelList"/>
    <dgm:cxn modelId="{B40833E2-CCD6-4F16-A224-64E398809CDE}" type="presParOf" srcId="{C24A1435-CF6D-4A18-A04A-1D03F693826E}" destId="{2B997CBC-EEFE-4235-92B2-5D429254465C}" srcOrd="1" destOrd="0" presId="urn:microsoft.com/office/officeart/2018/2/layout/IconLabelList"/>
    <dgm:cxn modelId="{5FE442D4-9305-4F60-81FE-A09EF65164CC}" type="presParOf" srcId="{C24A1435-CF6D-4A18-A04A-1D03F693826E}" destId="{96C6212A-00E9-4544-8DC0-4771495D9A9D}" srcOrd="2" destOrd="0" presId="urn:microsoft.com/office/officeart/2018/2/layout/IconLabelList"/>
    <dgm:cxn modelId="{B1B5E1AF-1830-49D6-9F16-C63024995D5F}" type="presParOf" srcId="{A646AFF6-B190-4A87-AE71-23EA581293D6}" destId="{0522430E-568E-4386-A0D6-4923D707BCE0}" srcOrd="3" destOrd="0" presId="urn:microsoft.com/office/officeart/2018/2/layout/IconLabelList"/>
    <dgm:cxn modelId="{FF79923F-5DCF-49FE-9A6C-98D29311E69A}" type="presParOf" srcId="{A646AFF6-B190-4A87-AE71-23EA581293D6}" destId="{026E3BF6-64C1-4BB5-B45A-811D1DA6ECF8}" srcOrd="4" destOrd="0" presId="urn:microsoft.com/office/officeart/2018/2/layout/IconLabelList"/>
    <dgm:cxn modelId="{2FCF7C2E-0655-42C4-8524-CB30E35EECAE}" type="presParOf" srcId="{026E3BF6-64C1-4BB5-B45A-811D1DA6ECF8}" destId="{7A2557FF-1919-4531-A71F-BBEE1251016A}" srcOrd="0" destOrd="0" presId="urn:microsoft.com/office/officeart/2018/2/layout/IconLabelList"/>
    <dgm:cxn modelId="{A6611D3C-1FCC-49D8-B88B-E3F84E3383A1}" type="presParOf" srcId="{026E3BF6-64C1-4BB5-B45A-811D1DA6ECF8}" destId="{B9299615-8E76-4A6D-BFB4-5B92CB642DD4}" srcOrd="1" destOrd="0" presId="urn:microsoft.com/office/officeart/2018/2/layout/IconLabelList"/>
    <dgm:cxn modelId="{855BC2F9-05F2-44D3-B506-91E4564F8911}" type="presParOf" srcId="{026E3BF6-64C1-4BB5-B45A-811D1DA6ECF8}" destId="{B6CC3607-052B-411C-AAB9-D7AF39B239C0}" srcOrd="2" destOrd="0" presId="urn:microsoft.com/office/officeart/2018/2/layout/IconLabelList"/>
    <dgm:cxn modelId="{77D57354-0FC9-46F0-BDC9-DADBB43BAE0E}" type="presParOf" srcId="{A646AFF6-B190-4A87-AE71-23EA581293D6}" destId="{34805F9D-FBF4-4DF7-B562-A57C2ECC71FB}" srcOrd="5" destOrd="0" presId="urn:microsoft.com/office/officeart/2018/2/layout/IconLabelList"/>
    <dgm:cxn modelId="{CD227C88-5B63-410B-8604-3124F0D2AD95}" type="presParOf" srcId="{A646AFF6-B190-4A87-AE71-23EA581293D6}" destId="{AC5406B8-912D-40E8-AE13-323A26361615}" srcOrd="6" destOrd="0" presId="urn:microsoft.com/office/officeart/2018/2/layout/IconLabelList"/>
    <dgm:cxn modelId="{EF9A3F54-C3A5-455E-87BD-C34FC29ED54E}" type="presParOf" srcId="{AC5406B8-912D-40E8-AE13-323A26361615}" destId="{5AC77BD6-17C1-4823-AD7B-DA28E3AD3109}" srcOrd="0" destOrd="0" presId="urn:microsoft.com/office/officeart/2018/2/layout/IconLabelList"/>
    <dgm:cxn modelId="{673B7F6B-0E7F-4AA9-BE0B-72E2D9A5FD17}" type="presParOf" srcId="{AC5406B8-912D-40E8-AE13-323A26361615}" destId="{A8673884-279C-48DB-A2EF-0AE9BC8F7E2F}" srcOrd="1" destOrd="0" presId="urn:microsoft.com/office/officeart/2018/2/layout/IconLabelList"/>
    <dgm:cxn modelId="{1CDFC205-B72C-4C5C-B695-23E89EF0B893}" type="presParOf" srcId="{AC5406B8-912D-40E8-AE13-323A26361615}" destId="{84CCFB15-273E-46B4-8EFC-B7278FF1843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17B262-AFDC-4B76-8E88-E551583F0ACB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1E3EDF5-8523-4762-B4E5-CD80AB49613C}">
      <dgm:prSet/>
      <dgm:spPr/>
      <dgm:t>
        <a:bodyPr/>
        <a:lstStyle/>
        <a:p>
          <a:r>
            <a:rPr lang="es-ES"/>
            <a:t>Categorical encoding with pd.get_dummies(..., drop_first=True, dtype=int).</a:t>
          </a:r>
          <a:endParaRPr lang="en-US"/>
        </a:p>
      </dgm:t>
    </dgm:pt>
    <dgm:pt modelId="{77C346DD-ADD3-4B91-BCDD-70A6F74AB589}" type="parTrans" cxnId="{DF10EB2E-FE95-45BA-976A-5AEFB1AF79E9}">
      <dgm:prSet/>
      <dgm:spPr/>
      <dgm:t>
        <a:bodyPr/>
        <a:lstStyle/>
        <a:p>
          <a:endParaRPr lang="en-US"/>
        </a:p>
      </dgm:t>
    </dgm:pt>
    <dgm:pt modelId="{D89A144A-7CF7-4709-8BCC-DA19A3FEC3ED}" type="sibTrans" cxnId="{DF10EB2E-FE95-45BA-976A-5AEFB1AF79E9}">
      <dgm:prSet/>
      <dgm:spPr/>
      <dgm:t>
        <a:bodyPr/>
        <a:lstStyle/>
        <a:p>
          <a:endParaRPr lang="en-US"/>
        </a:p>
      </dgm:t>
    </dgm:pt>
    <dgm:pt modelId="{C66ADAF1-5A56-4F3E-AF91-D13DD22DEA93}">
      <dgm:prSet/>
      <dgm:spPr/>
      <dgm:t>
        <a:bodyPr/>
        <a:lstStyle/>
        <a:p>
          <a:r>
            <a:rPr lang="es-ES"/>
            <a:t>drop_first=True avoids redundant dummy columns (multicollinearity).</a:t>
          </a:r>
          <a:endParaRPr lang="en-US"/>
        </a:p>
      </dgm:t>
    </dgm:pt>
    <dgm:pt modelId="{CD0413BA-35AC-42A4-90C9-8ED3158EBE47}" type="parTrans" cxnId="{ADE59950-7B1C-4A85-9CAF-E398270020DA}">
      <dgm:prSet/>
      <dgm:spPr/>
      <dgm:t>
        <a:bodyPr/>
        <a:lstStyle/>
        <a:p>
          <a:endParaRPr lang="en-US"/>
        </a:p>
      </dgm:t>
    </dgm:pt>
    <dgm:pt modelId="{05EF6E68-5754-41D1-9D41-CBBBA2813969}" type="sibTrans" cxnId="{ADE59950-7B1C-4A85-9CAF-E398270020DA}">
      <dgm:prSet/>
      <dgm:spPr/>
      <dgm:t>
        <a:bodyPr/>
        <a:lstStyle/>
        <a:p>
          <a:endParaRPr lang="en-US"/>
        </a:p>
      </dgm:t>
    </dgm:pt>
    <dgm:pt modelId="{8934D644-3358-4001-B078-0401EF123ADA}">
      <dgm:prSet/>
      <dgm:spPr/>
      <dgm:t>
        <a:bodyPr/>
        <a:lstStyle/>
        <a:p>
          <a:r>
            <a:rPr lang="es-ES"/>
            <a:t>Correlation matrix (seaborn heatmap) used for feature understanding.</a:t>
          </a:r>
          <a:endParaRPr lang="en-US"/>
        </a:p>
      </dgm:t>
    </dgm:pt>
    <dgm:pt modelId="{9DE76211-27BF-4C12-A0E7-4C4BF7274266}" type="parTrans" cxnId="{E1B91BB5-2F2A-4996-ADA6-6E3F342F30E2}">
      <dgm:prSet/>
      <dgm:spPr/>
      <dgm:t>
        <a:bodyPr/>
        <a:lstStyle/>
        <a:p>
          <a:endParaRPr lang="en-US"/>
        </a:p>
      </dgm:t>
    </dgm:pt>
    <dgm:pt modelId="{BFDA3BFF-770A-486C-AF9B-644D4CFD5C2B}" type="sibTrans" cxnId="{E1B91BB5-2F2A-4996-ADA6-6E3F342F30E2}">
      <dgm:prSet/>
      <dgm:spPr/>
      <dgm:t>
        <a:bodyPr/>
        <a:lstStyle/>
        <a:p>
          <a:endParaRPr lang="en-US"/>
        </a:p>
      </dgm:t>
    </dgm:pt>
    <dgm:pt modelId="{87AAF762-B932-4E86-9A35-378C99C12474}">
      <dgm:prSet/>
      <dgm:spPr/>
      <dgm:t>
        <a:bodyPr/>
        <a:lstStyle/>
        <a:p>
          <a:r>
            <a:rPr lang="es-ES"/>
            <a:t>Prepared data for model consumption.</a:t>
          </a:r>
          <a:endParaRPr lang="en-US"/>
        </a:p>
      </dgm:t>
    </dgm:pt>
    <dgm:pt modelId="{37D43C70-1B97-49F1-82C1-A2CC41125856}" type="parTrans" cxnId="{D2C279B1-1001-4F54-88C4-1BD3C30CBF48}">
      <dgm:prSet/>
      <dgm:spPr/>
      <dgm:t>
        <a:bodyPr/>
        <a:lstStyle/>
        <a:p>
          <a:endParaRPr lang="en-US"/>
        </a:p>
      </dgm:t>
    </dgm:pt>
    <dgm:pt modelId="{E83E83F0-AEA4-49AB-A4C2-5C84B3BE4956}" type="sibTrans" cxnId="{D2C279B1-1001-4F54-88C4-1BD3C30CBF48}">
      <dgm:prSet/>
      <dgm:spPr/>
      <dgm:t>
        <a:bodyPr/>
        <a:lstStyle/>
        <a:p>
          <a:endParaRPr lang="en-US"/>
        </a:p>
      </dgm:t>
    </dgm:pt>
    <dgm:pt modelId="{DE8C6196-7D2B-4109-9939-32DEC78089FE}" type="pres">
      <dgm:prSet presAssocID="{8817B262-AFDC-4B76-8E88-E551583F0ACB}" presName="vert0" presStyleCnt="0">
        <dgm:presLayoutVars>
          <dgm:dir/>
          <dgm:animOne val="branch"/>
          <dgm:animLvl val="lvl"/>
        </dgm:presLayoutVars>
      </dgm:prSet>
      <dgm:spPr/>
    </dgm:pt>
    <dgm:pt modelId="{52444CA7-48FD-4636-BEF6-1E4552EF4680}" type="pres">
      <dgm:prSet presAssocID="{21E3EDF5-8523-4762-B4E5-CD80AB49613C}" presName="thickLine" presStyleLbl="alignNode1" presStyleIdx="0" presStyleCnt="4"/>
      <dgm:spPr/>
    </dgm:pt>
    <dgm:pt modelId="{0333F494-BE8F-46F1-B340-55D98D2524EE}" type="pres">
      <dgm:prSet presAssocID="{21E3EDF5-8523-4762-B4E5-CD80AB49613C}" presName="horz1" presStyleCnt="0"/>
      <dgm:spPr/>
    </dgm:pt>
    <dgm:pt modelId="{B249C1BA-6FD7-4B86-AC84-A42F8931BC56}" type="pres">
      <dgm:prSet presAssocID="{21E3EDF5-8523-4762-B4E5-CD80AB49613C}" presName="tx1" presStyleLbl="revTx" presStyleIdx="0" presStyleCnt="4"/>
      <dgm:spPr/>
    </dgm:pt>
    <dgm:pt modelId="{BCB620A9-5C97-47AB-B5DC-C104C6FDD0D3}" type="pres">
      <dgm:prSet presAssocID="{21E3EDF5-8523-4762-B4E5-CD80AB49613C}" presName="vert1" presStyleCnt="0"/>
      <dgm:spPr/>
    </dgm:pt>
    <dgm:pt modelId="{741A4B98-835E-4263-8DF0-137A5000D094}" type="pres">
      <dgm:prSet presAssocID="{C66ADAF1-5A56-4F3E-AF91-D13DD22DEA93}" presName="thickLine" presStyleLbl="alignNode1" presStyleIdx="1" presStyleCnt="4"/>
      <dgm:spPr/>
    </dgm:pt>
    <dgm:pt modelId="{E6BB5F05-C061-41EC-A380-074BCE1DCD4F}" type="pres">
      <dgm:prSet presAssocID="{C66ADAF1-5A56-4F3E-AF91-D13DD22DEA93}" presName="horz1" presStyleCnt="0"/>
      <dgm:spPr/>
    </dgm:pt>
    <dgm:pt modelId="{21EC8961-2720-4DBA-8848-4294EC02D8CF}" type="pres">
      <dgm:prSet presAssocID="{C66ADAF1-5A56-4F3E-AF91-D13DD22DEA93}" presName="tx1" presStyleLbl="revTx" presStyleIdx="1" presStyleCnt="4"/>
      <dgm:spPr/>
    </dgm:pt>
    <dgm:pt modelId="{6FEBB42D-2A87-4516-A54E-F450597066B7}" type="pres">
      <dgm:prSet presAssocID="{C66ADAF1-5A56-4F3E-AF91-D13DD22DEA93}" presName="vert1" presStyleCnt="0"/>
      <dgm:spPr/>
    </dgm:pt>
    <dgm:pt modelId="{D4BAF969-C96E-4A90-9211-987FABDA93E5}" type="pres">
      <dgm:prSet presAssocID="{8934D644-3358-4001-B078-0401EF123ADA}" presName="thickLine" presStyleLbl="alignNode1" presStyleIdx="2" presStyleCnt="4"/>
      <dgm:spPr/>
    </dgm:pt>
    <dgm:pt modelId="{9ECCF432-A07A-47B1-A1E8-21F2AF9E162E}" type="pres">
      <dgm:prSet presAssocID="{8934D644-3358-4001-B078-0401EF123ADA}" presName="horz1" presStyleCnt="0"/>
      <dgm:spPr/>
    </dgm:pt>
    <dgm:pt modelId="{9086A1D5-A26E-4F51-9F60-5325832A6DDD}" type="pres">
      <dgm:prSet presAssocID="{8934D644-3358-4001-B078-0401EF123ADA}" presName="tx1" presStyleLbl="revTx" presStyleIdx="2" presStyleCnt="4"/>
      <dgm:spPr/>
    </dgm:pt>
    <dgm:pt modelId="{CFA34ECD-B0F9-460B-9C97-B4C56F4FEE1B}" type="pres">
      <dgm:prSet presAssocID="{8934D644-3358-4001-B078-0401EF123ADA}" presName="vert1" presStyleCnt="0"/>
      <dgm:spPr/>
    </dgm:pt>
    <dgm:pt modelId="{C3D5A6A8-A55C-4E4C-930B-06AA042C3E11}" type="pres">
      <dgm:prSet presAssocID="{87AAF762-B932-4E86-9A35-378C99C12474}" presName="thickLine" presStyleLbl="alignNode1" presStyleIdx="3" presStyleCnt="4"/>
      <dgm:spPr/>
    </dgm:pt>
    <dgm:pt modelId="{F7A26775-1DCC-4599-A2B4-5112C60D2F34}" type="pres">
      <dgm:prSet presAssocID="{87AAF762-B932-4E86-9A35-378C99C12474}" presName="horz1" presStyleCnt="0"/>
      <dgm:spPr/>
    </dgm:pt>
    <dgm:pt modelId="{774DD185-70A3-479F-9278-E5A7FB72AEBD}" type="pres">
      <dgm:prSet presAssocID="{87AAF762-B932-4E86-9A35-378C99C12474}" presName="tx1" presStyleLbl="revTx" presStyleIdx="3" presStyleCnt="4"/>
      <dgm:spPr/>
    </dgm:pt>
    <dgm:pt modelId="{3C808F59-8DB1-4D9C-8266-9EC0A3C22952}" type="pres">
      <dgm:prSet presAssocID="{87AAF762-B932-4E86-9A35-378C99C12474}" presName="vert1" presStyleCnt="0"/>
      <dgm:spPr/>
    </dgm:pt>
  </dgm:ptLst>
  <dgm:cxnLst>
    <dgm:cxn modelId="{8A6D3610-8E21-4391-80E5-C47012CE9A49}" type="presOf" srcId="{87AAF762-B932-4E86-9A35-378C99C12474}" destId="{774DD185-70A3-479F-9278-E5A7FB72AEBD}" srcOrd="0" destOrd="0" presId="urn:microsoft.com/office/officeart/2008/layout/LinedList"/>
    <dgm:cxn modelId="{DF10EB2E-FE95-45BA-976A-5AEFB1AF79E9}" srcId="{8817B262-AFDC-4B76-8E88-E551583F0ACB}" destId="{21E3EDF5-8523-4762-B4E5-CD80AB49613C}" srcOrd="0" destOrd="0" parTransId="{77C346DD-ADD3-4B91-BCDD-70A6F74AB589}" sibTransId="{D89A144A-7CF7-4709-8BCC-DA19A3FEC3ED}"/>
    <dgm:cxn modelId="{ADE59950-7B1C-4A85-9CAF-E398270020DA}" srcId="{8817B262-AFDC-4B76-8E88-E551583F0ACB}" destId="{C66ADAF1-5A56-4F3E-AF91-D13DD22DEA93}" srcOrd="1" destOrd="0" parTransId="{CD0413BA-35AC-42A4-90C9-8ED3158EBE47}" sibTransId="{05EF6E68-5754-41D1-9D41-CBBBA2813969}"/>
    <dgm:cxn modelId="{D8A52591-182C-4D22-BBFE-9A7CFA9F1D62}" type="presOf" srcId="{C66ADAF1-5A56-4F3E-AF91-D13DD22DEA93}" destId="{21EC8961-2720-4DBA-8848-4294EC02D8CF}" srcOrd="0" destOrd="0" presId="urn:microsoft.com/office/officeart/2008/layout/LinedList"/>
    <dgm:cxn modelId="{AE1555A7-7A1E-4EDB-9B91-1BA58BD2CB56}" type="presOf" srcId="{8817B262-AFDC-4B76-8E88-E551583F0ACB}" destId="{DE8C6196-7D2B-4109-9939-32DEC78089FE}" srcOrd="0" destOrd="0" presId="urn:microsoft.com/office/officeart/2008/layout/LinedList"/>
    <dgm:cxn modelId="{D2C279B1-1001-4F54-88C4-1BD3C30CBF48}" srcId="{8817B262-AFDC-4B76-8E88-E551583F0ACB}" destId="{87AAF762-B932-4E86-9A35-378C99C12474}" srcOrd="3" destOrd="0" parTransId="{37D43C70-1B97-49F1-82C1-A2CC41125856}" sibTransId="{E83E83F0-AEA4-49AB-A4C2-5C84B3BE4956}"/>
    <dgm:cxn modelId="{E1B91BB5-2F2A-4996-ADA6-6E3F342F30E2}" srcId="{8817B262-AFDC-4B76-8E88-E551583F0ACB}" destId="{8934D644-3358-4001-B078-0401EF123ADA}" srcOrd="2" destOrd="0" parTransId="{9DE76211-27BF-4C12-A0E7-4C4BF7274266}" sibTransId="{BFDA3BFF-770A-486C-AF9B-644D4CFD5C2B}"/>
    <dgm:cxn modelId="{83E664C7-5EB0-4A25-81FD-A89CC80074AB}" type="presOf" srcId="{8934D644-3358-4001-B078-0401EF123ADA}" destId="{9086A1D5-A26E-4F51-9F60-5325832A6DDD}" srcOrd="0" destOrd="0" presId="urn:microsoft.com/office/officeart/2008/layout/LinedList"/>
    <dgm:cxn modelId="{57D7C6E1-4D42-488F-80B1-0410E072BE41}" type="presOf" srcId="{21E3EDF5-8523-4762-B4E5-CD80AB49613C}" destId="{B249C1BA-6FD7-4B86-AC84-A42F8931BC56}" srcOrd="0" destOrd="0" presId="urn:microsoft.com/office/officeart/2008/layout/LinedList"/>
    <dgm:cxn modelId="{393D085E-2FD1-4689-8088-0D89FCF9B593}" type="presParOf" srcId="{DE8C6196-7D2B-4109-9939-32DEC78089FE}" destId="{52444CA7-48FD-4636-BEF6-1E4552EF4680}" srcOrd="0" destOrd="0" presId="urn:microsoft.com/office/officeart/2008/layout/LinedList"/>
    <dgm:cxn modelId="{4C5CFB0C-5912-4A29-AC2A-DB76A080A49B}" type="presParOf" srcId="{DE8C6196-7D2B-4109-9939-32DEC78089FE}" destId="{0333F494-BE8F-46F1-B340-55D98D2524EE}" srcOrd="1" destOrd="0" presId="urn:microsoft.com/office/officeart/2008/layout/LinedList"/>
    <dgm:cxn modelId="{2A35ABD9-9B07-4A50-BB35-4FFA7CA7BD39}" type="presParOf" srcId="{0333F494-BE8F-46F1-B340-55D98D2524EE}" destId="{B249C1BA-6FD7-4B86-AC84-A42F8931BC56}" srcOrd="0" destOrd="0" presId="urn:microsoft.com/office/officeart/2008/layout/LinedList"/>
    <dgm:cxn modelId="{DF1E311C-2250-4AD5-9971-A99CA5A89D7D}" type="presParOf" srcId="{0333F494-BE8F-46F1-B340-55D98D2524EE}" destId="{BCB620A9-5C97-47AB-B5DC-C104C6FDD0D3}" srcOrd="1" destOrd="0" presId="urn:microsoft.com/office/officeart/2008/layout/LinedList"/>
    <dgm:cxn modelId="{087507C1-BE31-4864-B3F7-669869C8DB53}" type="presParOf" srcId="{DE8C6196-7D2B-4109-9939-32DEC78089FE}" destId="{741A4B98-835E-4263-8DF0-137A5000D094}" srcOrd="2" destOrd="0" presId="urn:microsoft.com/office/officeart/2008/layout/LinedList"/>
    <dgm:cxn modelId="{C33D8707-63BD-4AF7-8EE4-412EB159FA3A}" type="presParOf" srcId="{DE8C6196-7D2B-4109-9939-32DEC78089FE}" destId="{E6BB5F05-C061-41EC-A380-074BCE1DCD4F}" srcOrd="3" destOrd="0" presId="urn:microsoft.com/office/officeart/2008/layout/LinedList"/>
    <dgm:cxn modelId="{C7BB03B3-C362-40AF-AFE8-1FF5E7C80F71}" type="presParOf" srcId="{E6BB5F05-C061-41EC-A380-074BCE1DCD4F}" destId="{21EC8961-2720-4DBA-8848-4294EC02D8CF}" srcOrd="0" destOrd="0" presId="urn:microsoft.com/office/officeart/2008/layout/LinedList"/>
    <dgm:cxn modelId="{84CB922B-2918-419D-9770-18F785168A31}" type="presParOf" srcId="{E6BB5F05-C061-41EC-A380-074BCE1DCD4F}" destId="{6FEBB42D-2A87-4516-A54E-F450597066B7}" srcOrd="1" destOrd="0" presId="urn:microsoft.com/office/officeart/2008/layout/LinedList"/>
    <dgm:cxn modelId="{CF35F8DB-1826-473D-B993-6186B6B21C54}" type="presParOf" srcId="{DE8C6196-7D2B-4109-9939-32DEC78089FE}" destId="{D4BAF969-C96E-4A90-9211-987FABDA93E5}" srcOrd="4" destOrd="0" presId="urn:microsoft.com/office/officeart/2008/layout/LinedList"/>
    <dgm:cxn modelId="{872460F4-E065-4560-A7FB-A1E340F5F358}" type="presParOf" srcId="{DE8C6196-7D2B-4109-9939-32DEC78089FE}" destId="{9ECCF432-A07A-47B1-A1E8-21F2AF9E162E}" srcOrd="5" destOrd="0" presId="urn:microsoft.com/office/officeart/2008/layout/LinedList"/>
    <dgm:cxn modelId="{A39FB519-A22A-4FD7-B883-B1C5474A9835}" type="presParOf" srcId="{9ECCF432-A07A-47B1-A1E8-21F2AF9E162E}" destId="{9086A1D5-A26E-4F51-9F60-5325832A6DDD}" srcOrd="0" destOrd="0" presId="urn:microsoft.com/office/officeart/2008/layout/LinedList"/>
    <dgm:cxn modelId="{81C8F469-9E99-4D74-A78F-173CBD714D32}" type="presParOf" srcId="{9ECCF432-A07A-47B1-A1E8-21F2AF9E162E}" destId="{CFA34ECD-B0F9-460B-9C97-B4C56F4FEE1B}" srcOrd="1" destOrd="0" presId="urn:microsoft.com/office/officeart/2008/layout/LinedList"/>
    <dgm:cxn modelId="{F4900F3F-69D3-4FF2-864B-1FC3E173726F}" type="presParOf" srcId="{DE8C6196-7D2B-4109-9939-32DEC78089FE}" destId="{C3D5A6A8-A55C-4E4C-930B-06AA042C3E11}" srcOrd="6" destOrd="0" presId="urn:microsoft.com/office/officeart/2008/layout/LinedList"/>
    <dgm:cxn modelId="{F2F51214-2A8B-4E28-BBD7-7F45C25371CA}" type="presParOf" srcId="{DE8C6196-7D2B-4109-9939-32DEC78089FE}" destId="{F7A26775-1DCC-4599-A2B4-5112C60D2F34}" srcOrd="7" destOrd="0" presId="urn:microsoft.com/office/officeart/2008/layout/LinedList"/>
    <dgm:cxn modelId="{059A6518-53A0-45A0-952A-6C36348291B4}" type="presParOf" srcId="{F7A26775-1DCC-4599-A2B4-5112C60D2F34}" destId="{774DD185-70A3-479F-9278-E5A7FB72AEBD}" srcOrd="0" destOrd="0" presId="urn:microsoft.com/office/officeart/2008/layout/LinedList"/>
    <dgm:cxn modelId="{C248EEE9-EAD3-49AF-B4CA-50B2A05FEE1C}" type="presParOf" srcId="{F7A26775-1DCC-4599-A2B4-5112C60D2F34}" destId="{3C808F59-8DB1-4D9C-8266-9EC0A3C2295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F535FB-2612-46A3-8AA5-0183FB44207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B13BF90-AD15-4FDD-96AC-DD75E07D89DD}">
      <dgm:prSet/>
      <dgm:spPr/>
      <dgm:t>
        <a:bodyPr/>
        <a:lstStyle/>
        <a:p>
          <a:r>
            <a:rPr lang="en-US"/>
            <a:t>Train/Test split: 80/20.</a:t>
          </a:r>
        </a:p>
      </dgm:t>
    </dgm:pt>
    <dgm:pt modelId="{6A2D8636-CFA7-43B5-A663-57AB5B015FB6}" type="parTrans" cxnId="{BCA638B1-C9A2-45A7-9AAA-CE90E76551C3}">
      <dgm:prSet/>
      <dgm:spPr/>
      <dgm:t>
        <a:bodyPr/>
        <a:lstStyle/>
        <a:p>
          <a:endParaRPr lang="en-US"/>
        </a:p>
      </dgm:t>
    </dgm:pt>
    <dgm:pt modelId="{C997ED4C-2AF9-4C71-9D42-42D7E5DDEBBD}" type="sibTrans" cxnId="{BCA638B1-C9A2-45A7-9AAA-CE90E76551C3}">
      <dgm:prSet/>
      <dgm:spPr/>
      <dgm:t>
        <a:bodyPr/>
        <a:lstStyle/>
        <a:p>
          <a:endParaRPr lang="en-US"/>
        </a:p>
      </dgm:t>
    </dgm:pt>
    <dgm:pt modelId="{EA72160C-4842-46B6-825D-F21ED6C1A790}">
      <dgm:prSet/>
      <dgm:spPr/>
      <dgm:t>
        <a:bodyPr/>
        <a:lstStyle/>
        <a:p>
          <a:r>
            <a:rPr lang="en-US"/>
            <a:t>Then Train/Validation split from training subset.</a:t>
          </a:r>
        </a:p>
      </dgm:t>
    </dgm:pt>
    <dgm:pt modelId="{26E298B5-5C2F-4F08-8DA1-30761F7B482B}" type="parTrans" cxnId="{12716D0E-0735-4988-8703-1346D97D9394}">
      <dgm:prSet/>
      <dgm:spPr/>
      <dgm:t>
        <a:bodyPr/>
        <a:lstStyle/>
        <a:p>
          <a:endParaRPr lang="en-US"/>
        </a:p>
      </dgm:t>
    </dgm:pt>
    <dgm:pt modelId="{58AF79B5-9B90-4AD3-8EC5-5B30B812C25B}" type="sibTrans" cxnId="{12716D0E-0735-4988-8703-1346D97D9394}">
      <dgm:prSet/>
      <dgm:spPr/>
      <dgm:t>
        <a:bodyPr/>
        <a:lstStyle/>
        <a:p>
          <a:endParaRPr lang="en-US"/>
        </a:p>
      </dgm:t>
    </dgm:pt>
    <dgm:pt modelId="{62DB2BF0-BD6B-4737-B66E-CD5CFEC0AC85}">
      <dgm:prSet/>
      <dgm:spPr/>
      <dgm:t>
        <a:bodyPr/>
        <a:lstStyle/>
        <a:p>
          <a:r>
            <a:rPr lang="en-US"/>
            <a:t>Validation data used for hyperparameter search (Optuna).</a:t>
          </a:r>
        </a:p>
      </dgm:t>
    </dgm:pt>
    <dgm:pt modelId="{63B695B6-7456-4863-B790-2559D159D01A}" type="parTrans" cxnId="{6568A098-A07A-429C-B0B3-F3AE2E8372B8}">
      <dgm:prSet/>
      <dgm:spPr/>
      <dgm:t>
        <a:bodyPr/>
        <a:lstStyle/>
        <a:p>
          <a:endParaRPr lang="en-US"/>
        </a:p>
      </dgm:t>
    </dgm:pt>
    <dgm:pt modelId="{1999828C-48CB-4707-8145-6E0DE6F25786}" type="sibTrans" cxnId="{6568A098-A07A-429C-B0B3-F3AE2E8372B8}">
      <dgm:prSet/>
      <dgm:spPr/>
      <dgm:t>
        <a:bodyPr/>
        <a:lstStyle/>
        <a:p>
          <a:endParaRPr lang="en-US"/>
        </a:p>
      </dgm:t>
    </dgm:pt>
    <dgm:pt modelId="{BA7195E7-9FE9-4E5D-957F-6599ABECC234}">
      <dgm:prSet/>
      <dgm:spPr/>
      <dgm:t>
        <a:bodyPr/>
        <a:lstStyle/>
        <a:p>
          <a:r>
            <a:rPr lang="en-US"/>
            <a:t>Test data kept untouched until final evaluation.</a:t>
          </a:r>
        </a:p>
      </dgm:t>
    </dgm:pt>
    <dgm:pt modelId="{25CE1CB3-087D-4CC1-B263-0FDA68D0C385}" type="parTrans" cxnId="{1B63AA2F-2055-4A0E-B179-13A2D5224DC4}">
      <dgm:prSet/>
      <dgm:spPr/>
      <dgm:t>
        <a:bodyPr/>
        <a:lstStyle/>
        <a:p>
          <a:endParaRPr lang="en-US"/>
        </a:p>
      </dgm:t>
    </dgm:pt>
    <dgm:pt modelId="{131A192E-2FBF-484E-88FE-166531C8B9C4}" type="sibTrans" cxnId="{1B63AA2F-2055-4A0E-B179-13A2D5224DC4}">
      <dgm:prSet/>
      <dgm:spPr/>
      <dgm:t>
        <a:bodyPr/>
        <a:lstStyle/>
        <a:p>
          <a:endParaRPr lang="en-US"/>
        </a:p>
      </dgm:t>
    </dgm:pt>
    <dgm:pt modelId="{99FBB495-28D0-41BA-AD21-9DB4EF5A5181}" type="pres">
      <dgm:prSet presAssocID="{BCF535FB-2612-46A3-8AA5-0183FB442072}" presName="outerComposite" presStyleCnt="0">
        <dgm:presLayoutVars>
          <dgm:chMax val="5"/>
          <dgm:dir/>
          <dgm:resizeHandles val="exact"/>
        </dgm:presLayoutVars>
      </dgm:prSet>
      <dgm:spPr/>
    </dgm:pt>
    <dgm:pt modelId="{B7377741-1495-4373-8E16-90F71CA95A88}" type="pres">
      <dgm:prSet presAssocID="{BCF535FB-2612-46A3-8AA5-0183FB442072}" presName="dummyMaxCanvas" presStyleCnt="0">
        <dgm:presLayoutVars/>
      </dgm:prSet>
      <dgm:spPr/>
    </dgm:pt>
    <dgm:pt modelId="{C881AF75-5AF3-43EC-918D-88AB0FBAC094}" type="pres">
      <dgm:prSet presAssocID="{BCF535FB-2612-46A3-8AA5-0183FB442072}" presName="FourNodes_1" presStyleLbl="node1" presStyleIdx="0" presStyleCnt="4">
        <dgm:presLayoutVars>
          <dgm:bulletEnabled val="1"/>
        </dgm:presLayoutVars>
      </dgm:prSet>
      <dgm:spPr/>
    </dgm:pt>
    <dgm:pt modelId="{262BA885-3F6A-4B57-9F7D-6E17733A36C8}" type="pres">
      <dgm:prSet presAssocID="{BCF535FB-2612-46A3-8AA5-0183FB442072}" presName="FourNodes_2" presStyleLbl="node1" presStyleIdx="1" presStyleCnt="4">
        <dgm:presLayoutVars>
          <dgm:bulletEnabled val="1"/>
        </dgm:presLayoutVars>
      </dgm:prSet>
      <dgm:spPr/>
    </dgm:pt>
    <dgm:pt modelId="{4AC973E4-920E-4C5C-BA4A-EA241070A6C9}" type="pres">
      <dgm:prSet presAssocID="{BCF535FB-2612-46A3-8AA5-0183FB442072}" presName="FourNodes_3" presStyleLbl="node1" presStyleIdx="2" presStyleCnt="4">
        <dgm:presLayoutVars>
          <dgm:bulletEnabled val="1"/>
        </dgm:presLayoutVars>
      </dgm:prSet>
      <dgm:spPr/>
    </dgm:pt>
    <dgm:pt modelId="{DCAA3BF7-4DAD-464B-9DFA-07DB619EC5C1}" type="pres">
      <dgm:prSet presAssocID="{BCF535FB-2612-46A3-8AA5-0183FB442072}" presName="FourNodes_4" presStyleLbl="node1" presStyleIdx="3" presStyleCnt="4">
        <dgm:presLayoutVars>
          <dgm:bulletEnabled val="1"/>
        </dgm:presLayoutVars>
      </dgm:prSet>
      <dgm:spPr/>
    </dgm:pt>
    <dgm:pt modelId="{A6D4B5FC-EE1F-4D66-9124-F2043E33AAF2}" type="pres">
      <dgm:prSet presAssocID="{BCF535FB-2612-46A3-8AA5-0183FB442072}" presName="FourConn_1-2" presStyleLbl="fgAccFollowNode1" presStyleIdx="0" presStyleCnt="3">
        <dgm:presLayoutVars>
          <dgm:bulletEnabled val="1"/>
        </dgm:presLayoutVars>
      </dgm:prSet>
      <dgm:spPr/>
    </dgm:pt>
    <dgm:pt modelId="{69CFA528-9858-4D41-A6D2-8EC0E23EC0AB}" type="pres">
      <dgm:prSet presAssocID="{BCF535FB-2612-46A3-8AA5-0183FB442072}" presName="FourConn_2-3" presStyleLbl="fgAccFollowNode1" presStyleIdx="1" presStyleCnt="3">
        <dgm:presLayoutVars>
          <dgm:bulletEnabled val="1"/>
        </dgm:presLayoutVars>
      </dgm:prSet>
      <dgm:spPr/>
    </dgm:pt>
    <dgm:pt modelId="{63782DAC-D5B7-4AB2-93AD-B6581F26D18C}" type="pres">
      <dgm:prSet presAssocID="{BCF535FB-2612-46A3-8AA5-0183FB442072}" presName="FourConn_3-4" presStyleLbl="fgAccFollowNode1" presStyleIdx="2" presStyleCnt="3">
        <dgm:presLayoutVars>
          <dgm:bulletEnabled val="1"/>
        </dgm:presLayoutVars>
      </dgm:prSet>
      <dgm:spPr/>
    </dgm:pt>
    <dgm:pt modelId="{F7851754-4E00-4CC3-AA6E-44893FD908A3}" type="pres">
      <dgm:prSet presAssocID="{BCF535FB-2612-46A3-8AA5-0183FB442072}" presName="FourNodes_1_text" presStyleLbl="node1" presStyleIdx="3" presStyleCnt="4">
        <dgm:presLayoutVars>
          <dgm:bulletEnabled val="1"/>
        </dgm:presLayoutVars>
      </dgm:prSet>
      <dgm:spPr/>
    </dgm:pt>
    <dgm:pt modelId="{09ED6948-3C24-4341-8347-84C29D3AB660}" type="pres">
      <dgm:prSet presAssocID="{BCF535FB-2612-46A3-8AA5-0183FB442072}" presName="FourNodes_2_text" presStyleLbl="node1" presStyleIdx="3" presStyleCnt="4">
        <dgm:presLayoutVars>
          <dgm:bulletEnabled val="1"/>
        </dgm:presLayoutVars>
      </dgm:prSet>
      <dgm:spPr/>
    </dgm:pt>
    <dgm:pt modelId="{C382F63F-5564-4A6C-9B29-13691AAB85EE}" type="pres">
      <dgm:prSet presAssocID="{BCF535FB-2612-46A3-8AA5-0183FB442072}" presName="FourNodes_3_text" presStyleLbl="node1" presStyleIdx="3" presStyleCnt="4">
        <dgm:presLayoutVars>
          <dgm:bulletEnabled val="1"/>
        </dgm:presLayoutVars>
      </dgm:prSet>
      <dgm:spPr/>
    </dgm:pt>
    <dgm:pt modelId="{FEAB1B97-535F-444B-A8E2-0B6629FC054C}" type="pres">
      <dgm:prSet presAssocID="{BCF535FB-2612-46A3-8AA5-0183FB44207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2716D0E-0735-4988-8703-1346D97D9394}" srcId="{BCF535FB-2612-46A3-8AA5-0183FB442072}" destId="{EA72160C-4842-46B6-825D-F21ED6C1A790}" srcOrd="1" destOrd="0" parTransId="{26E298B5-5C2F-4F08-8DA1-30761F7B482B}" sibTransId="{58AF79B5-9B90-4AD3-8EC5-5B30B812C25B}"/>
    <dgm:cxn modelId="{4070A913-5864-4528-9820-9546659FB9D2}" type="presOf" srcId="{62DB2BF0-BD6B-4737-B66E-CD5CFEC0AC85}" destId="{4AC973E4-920E-4C5C-BA4A-EA241070A6C9}" srcOrd="0" destOrd="0" presId="urn:microsoft.com/office/officeart/2005/8/layout/vProcess5"/>
    <dgm:cxn modelId="{CA3FDF17-8552-4FDA-AA6E-6E9F789BBE1B}" type="presOf" srcId="{BCF535FB-2612-46A3-8AA5-0183FB442072}" destId="{99FBB495-28D0-41BA-AD21-9DB4EF5A5181}" srcOrd="0" destOrd="0" presId="urn:microsoft.com/office/officeart/2005/8/layout/vProcess5"/>
    <dgm:cxn modelId="{EBE9032A-F6CA-4E83-B6B1-9F3A143BD440}" type="presOf" srcId="{EA72160C-4842-46B6-825D-F21ED6C1A790}" destId="{09ED6948-3C24-4341-8347-84C29D3AB660}" srcOrd="1" destOrd="0" presId="urn:microsoft.com/office/officeart/2005/8/layout/vProcess5"/>
    <dgm:cxn modelId="{1B63AA2F-2055-4A0E-B179-13A2D5224DC4}" srcId="{BCF535FB-2612-46A3-8AA5-0183FB442072}" destId="{BA7195E7-9FE9-4E5D-957F-6599ABECC234}" srcOrd="3" destOrd="0" parTransId="{25CE1CB3-087D-4CC1-B263-0FDA68D0C385}" sibTransId="{131A192E-2FBF-484E-88FE-166531C8B9C4}"/>
    <dgm:cxn modelId="{44A7734F-53DD-49A2-AC29-4C08E44CD666}" type="presOf" srcId="{DB13BF90-AD15-4FDD-96AC-DD75E07D89DD}" destId="{C881AF75-5AF3-43EC-918D-88AB0FBAC094}" srcOrd="0" destOrd="0" presId="urn:microsoft.com/office/officeart/2005/8/layout/vProcess5"/>
    <dgm:cxn modelId="{726EBA74-6FC1-439D-82EF-1A1287F57D3B}" type="presOf" srcId="{DB13BF90-AD15-4FDD-96AC-DD75E07D89DD}" destId="{F7851754-4E00-4CC3-AA6E-44893FD908A3}" srcOrd="1" destOrd="0" presId="urn:microsoft.com/office/officeart/2005/8/layout/vProcess5"/>
    <dgm:cxn modelId="{4DE11D7E-AFB6-4FC6-8FAD-3C0BB0C443A6}" type="presOf" srcId="{1999828C-48CB-4707-8145-6E0DE6F25786}" destId="{63782DAC-D5B7-4AB2-93AD-B6581F26D18C}" srcOrd="0" destOrd="0" presId="urn:microsoft.com/office/officeart/2005/8/layout/vProcess5"/>
    <dgm:cxn modelId="{6568A098-A07A-429C-B0B3-F3AE2E8372B8}" srcId="{BCF535FB-2612-46A3-8AA5-0183FB442072}" destId="{62DB2BF0-BD6B-4737-B66E-CD5CFEC0AC85}" srcOrd="2" destOrd="0" parTransId="{63B695B6-7456-4863-B790-2559D159D01A}" sibTransId="{1999828C-48CB-4707-8145-6E0DE6F25786}"/>
    <dgm:cxn modelId="{DBAAF59E-F40F-4E24-81EE-9164FD542FC7}" type="presOf" srcId="{C997ED4C-2AF9-4C71-9D42-42D7E5DDEBBD}" destId="{A6D4B5FC-EE1F-4D66-9124-F2043E33AAF2}" srcOrd="0" destOrd="0" presId="urn:microsoft.com/office/officeart/2005/8/layout/vProcess5"/>
    <dgm:cxn modelId="{DCCA36AF-868C-420A-B7CD-BD4E97E1C3F7}" type="presOf" srcId="{BA7195E7-9FE9-4E5D-957F-6599ABECC234}" destId="{DCAA3BF7-4DAD-464B-9DFA-07DB619EC5C1}" srcOrd="0" destOrd="0" presId="urn:microsoft.com/office/officeart/2005/8/layout/vProcess5"/>
    <dgm:cxn modelId="{BCA638B1-C9A2-45A7-9AAA-CE90E76551C3}" srcId="{BCF535FB-2612-46A3-8AA5-0183FB442072}" destId="{DB13BF90-AD15-4FDD-96AC-DD75E07D89DD}" srcOrd="0" destOrd="0" parTransId="{6A2D8636-CFA7-43B5-A663-57AB5B015FB6}" sibTransId="{C997ED4C-2AF9-4C71-9D42-42D7E5DDEBBD}"/>
    <dgm:cxn modelId="{DB6E3FB5-0D99-47BD-BC5D-914426691A80}" type="presOf" srcId="{62DB2BF0-BD6B-4737-B66E-CD5CFEC0AC85}" destId="{C382F63F-5564-4A6C-9B29-13691AAB85EE}" srcOrd="1" destOrd="0" presId="urn:microsoft.com/office/officeart/2005/8/layout/vProcess5"/>
    <dgm:cxn modelId="{516F43D7-3ED7-45E5-AEB5-B67AA7FAEFD8}" type="presOf" srcId="{BA7195E7-9FE9-4E5D-957F-6599ABECC234}" destId="{FEAB1B97-535F-444B-A8E2-0B6629FC054C}" srcOrd="1" destOrd="0" presId="urn:microsoft.com/office/officeart/2005/8/layout/vProcess5"/>
    <dgm:cxn modelId="{1F075CDC-72D8-4AAD-A54D-49FFE8638F68}" type="presOf" srcId="{EA72160C-4842-46B6-825D-F21ED6C1A790}" destId="{262BA885-3F6A-4B57-9F7D-6E17733A36C8}" srcOrd="0" destOrd="0" presId="urn:microsoft.com/office/officeart/2005/8/layout/vProcess5"/>
    <dgm:cxn modelId="{5424B5E7-2C79-474D-9106-3666CE09D93A}" type="presOf" srcId="{58AF79B5-9B90-4AD3-8EC5-5B30B812C25B}" destId="{69CFA528-9858-4D41-A6D2-8EC0E23EC0AB}" srcOrd="0" destOrd="0" presId="urn:microsoft.com/office/officeart/2005/8/layout/vProcess5"/>
    <dgm:cxn modelId="{C6D09AA5-8275-4F69-BCD7-C9672FD42F6E}" type="presParOf" srcId="{99FBB495-28D0-41BA-AD21-9DB4EF5A5181}" destId="{B7377741-1495-4373-8E16-90F71CA95A88}" srcOrd="0" destOrd="0" presId="urn:microsoft.com/office/officeart/2005/8/layout/vProcess5"/>
    <dgm:cxn modelId="{502F420C-5D0D-4D64-A718-A053371BCAB4}" type="presParOf" srcId="{99FBB495-28D0-41BA-AD21-9DB4EF5A5181}" destId="{C881AF75-5AF3-43EC-918D-88AB0FBAC094}" srcOrd="1" destOrd="0" presId="urn:microsoft.com/office/officeart/2005/8/layout/vProcess5"/>
    <dgm:cxn modelId="{1051DE2F-1363-42EE-84F6-A282EF1242FF}" type="presParOf" srcId="{99FBB495-28D0-41BA-AD21-9DB4EF5A5181}" destId="{262BA885-3F6A-4B57-9F7D-6E17733A36C8}" srcOrd="2" destOrd="0" presId="urn:microsoft.com/office/officeart/2005/8/layout/vProcess5"/>
    <dgm:cxn modelId="{68D7DBE6-7052-42DB-9BE0-BBE5915473D9}" type="presParOf" srcId="{99FBB495-28D0-41BA-AD21-9DB4EF5A5181}" destId="{4AC973E4-920E-4C5C-BA4A-EA241070A6C9}" srcOrd="3" destOrd="0" presId="urn:microsoft.com/office/officeart/2005/8/layout/vProcess5"/>
    <dgm:cxn modelId="{87DC7C4F-0975-44EC-B3CB-C138EB6737B9}" type="presParOf" srcId="{99FBB495-28D0-41BA-AD21-9DB4EF5A5181}" destId="{DCAA3BF7-4DAD-464B-9DFA-07DB619EC5C1}" srcOrd="4" destOrd="0" presId="urn:microsoft.com/office/officeart/2005/8/layout/vProcess5"/>
    <dgm:cxn modelId="{DB3C0D0F-FC7E-4E03-A33B-5278C4A48DAA}" type="presParOf" srcId="{99FBB495-28D0-41BA-AD21-9DB4EF5A5181}" destId="{A6D4B5FC-EE1F-4D66-9124-F2043E33AAF2}" srcOrd="5" destOrd="0" presId="urn:microsoft.com/office/officeart/2005/8/layout/vProcess5"/>
    <dgm:cxn modelId="{B1531055-A634-4C34-B3ED-69F5E2117126}" type="presParOf" srcId="{99FBB495-28D0-41BA-AD21-9DB4EF5A5181}" destId="{69CFA528-9858-4D41-A6D2-8EC0E23EC0AB}" srcOrd="6" destOrd="0" presId="urn:microsoft.com/office/officeart/2005/8/layout/vProcess5"/>
    <dgm:cxn modelId="{B56E2F03-DD1B-440B-95B7-17AF177AA192}" type="presParOf" srcId="{99FBB495-28D0-41BA-AD21-9DB4EF5A5181}" destId="{63782DAC-D5B7-4AB2-93AD-B6581F26D18C}" srcOrd="7" destOrd="0" presId="urn:microsoft.com/office/officeart/2005/8/layout/vProcess5"/>
    <dgm:cxn modelId="{B1300185-B6C0-47FC-8623-99EBAA92B59A}" type="presParOf" srcId="{99FBB495-28D0-41BA-AD21-9DB4EF5A5181}" destId="{F7851754-4E00-4CC3-AA6E-44893FD908A3}" srcOrd="8" destOrd="0" presId="urn:microsoft.com/office/officeart/2005/8/layout/vProcess5"/>
    <dgm:cxn modelId="{F3864806-D8A2-4537-96D6-9C90BC145FAC}" type="presParOf" srcId="{99FBB495-28D0-41BA-AD21-9DB4EF5A5181}" destId="{09ED6948-3C24-4341-8347-84C29D3AB660}" srcOrd="9" destOrd="0" presId="urn:microsoft.com/office/officeart/2005/8/layout/vProcess5"/>
    <dgm:cxn modelId="{5A10536E-F26D-476F-981B-7BC209E548FA}" type="presParOf" srcId="{99FBB495-28D0-41BA-AD21-9DB4EF5A5181}" destId="{C382F63F-5564-4A6C-9B29-13691AAB85EE}" srcOrd="10" destOrd="0" presId="urn:microsoft.com/office/officeart/2005/8/layout/vProcess5"/>
    <dgm:cxn modelId="{023583E6-25FF-4638-84D5-3297A4A91DB3}" type="presParOf" srcId="{99FBB495-28D0-41BA-AD21-9DB4EF5A5181}" destId="{FEAB1B97-535F-444B-A8E2-0B6629FC054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B0A1AE-B077-40FF-B178-1D1B8BC02EEF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3F727D-ACD6-4B4B-BA2C-F10531EF59A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StandardScaler fitted ONLY on training data for X.</a:t>
          </a:r>
        </a:p>
      </dgm:t>
    </dgm:pt>
    <dgm:pt modelId="{AA48B13D-506A-410F-8BB6-39F5EEB7AD4F}" type="parTrans" cxnId="{014989A5-9AD2-47C0-B4DB-DDFD913AD5EC}">
      <dgm:prSet/>
      <dgm:spPr/>
      <dgm:t>
        <a:bodyPr/>
        <a:lstStyle/>
        <a:p>
          <a:endParaRPr lang="en-US"/>
        </a:p>
      </dgm:t>
    </dgm:pt>
    <dgm:pt modelId="{B759844E-B36E-4770-B55B-659783D4E7C4}" type="sibTrans" cxnId="{014989A5-9AD2-47C0-B4DB-DDFD913AD5EC}">
      <dgm:prSet/>
      <dgm:spPr/>
      <dgm:t>
        <a:bodyPr/>
        <a:lstStyle/>
        <a:p>
          <a:endParaRPr lang="en-US"/>
        </a:p>
      </dgm:t>
    </dgm:pt>
    <dgm:pt modelId="{353A44A6-2D21-42D3-94D9-06417413B56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The same scaler transforms validation and test features.</a:t>
          </a:r>
        </a:p>
      </dgm:t>
    </dgm:pt>
    <dgm:pt modelId="{44F5BE2E-A7B0-430E-B4A8-3A5536D7771A}" type="parTrans" cxnId="{3E1B3EED-A437-49C0-B770-E9234F3342B1}">
      <dgm:prSet/>
      <dgm:spPr/>
      <dgm:t>
        <a:bodyPr/>
        <a:lstStyle/>
        <a:p>
          <a:endParaRPr lang="en-US"/>
        </a:p>
      </dgm:t>
    </dgm:pt>
    <dgm:pt modelId="{31A5D3CA-FB2F-415D-AE41-6AB29DF03AEE}" type="sibTrans" cxnId="{3E1B3EED-A437-49C0-B770-E9234F3342B1}">
      <dgm:prSet/>
      <dgm:spPr/>
      <dgm:t>
        <a:bodyPr/>
        <a:lstStyle/>
        <a:p>
          <a:endParaRPr lang="en-US"/>
        </a:p>
      </dgm:t>
    </dgm:pt>
    <dgm:pt modelId="{2C5BA45E-7A90-4281-B24C-2FC7868DD60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Target Y is also standardized for stable optimization.</a:t>
          </a:r>
        </a:p>
      </dgm:t>
    </dgm:pt>
    <dgm:pt modelId="{A3D2A798-134F-4DA5-8B7D-93E675D501D1}" type="parTrans" cxnId="{5CDE00E6-FD73-4A7B-B877-BC2C9E822EC4}">
      <dgm:prSet/>
      <dgm:spPr/>
      <dgm:t>
        <a:bodyPr/>
        <a:lstStyle/>
        <a:p>
          <a:endParaRPr lang="en-US"/>
        </a:p>
      </dgm:t>
    </dgm:pt>
    <dgm:pt modelId="{99164188-98A7-4367-947E-F827A16F644D}" type="sibTrans" cxnId="{5CDE00E6-FD73-4A7B-B877-BC2C9E822EC4}">
      <dgm:prSet/>
      <dgm:spPr/>
      <dgm:t>
        <a:bodyPr/>
        <a:lstStyle/>
        <a:p>
          <a:endParaRPr lang="en-US"/>
        </a:p>
      </dgm:t>
    </dgm:pt>
    <dgm:pt modelId="{69F0A003-63C7-431A-8A64-3C85A2A1259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Predictions are denormalized using inverse_transform for interpretation in USD.</a:t>
          </a:r>
        </a:p>
      </dgm:t>
    </dgm:pt>
    <dgm:pt modelId="{072C4077-1EF2-4A38-88B5-3870E59E85D5}" type="parTrans" cxnId="{4A878BB7-0840-4AE1-B85E-8222F51DAD93}">
      <dgm:prSet/>
      <dgm:spPr/>
      <dgm:t>
        <a:bodyPr/>
        <a:lstStyle/>
        <a:p>
          <a:endParaRPr lang="en-US"/>
        </a:p>
      </dgm:t>
    </dgm:pt>
    <dgm:pt modelId="{750041E5-9549-49D6-8A46-B4D08A909886}" type="sibTrans" cxnId="{4A878BB7-0840-4AE1-B85E-8222F51DAD93}">
      <dgm:prSet/>
      <dgm:spPr/>
      <dgm:t>
        <a:bodyPr/>
        <a:lstStyle/>
        <a:p>
          <a:endParaRPr lang="en-US"/>
        </a:p>
      </dgm:t>
    </dgm:pt>
    <dgm:pt modelId="{0CD23DE5-2E8E-480B-88A8-D70611683290}" type="pres">
      <dgm:prSet presAssocID="{88B0A1AE-B077-40FF-B178-1D1B8BC02EEF}" presName="root" presStyleCnt="0">
        <dgm:presLayoutVars>
          <dgm:dir/>
          <dgm:resizeHandles val="exact"/>
        </dgm:presLayoutVars>
      </dgm:prSet>
      <dgm:spPr/>
    </dgm:pt>
    <dgm:pt modelId="{EFEEDB15-148F-40B3-ADAC-0C1CC7EEC27E}" type="pres">
      <dgm:prSet presAssocID="{AC3F727D-ACD6-4B4B-BA2C-F10531EF59A5}" presName="compNode" presStyleCnt="0"/>
      <dgm:spPr/>
    </dgm:pt>
    <dgm:pt modelId="{3142109A-1ACE-4556-9993-8DA941A9BD30}" type="pres">
      <dgm:prSet presAssocID="{AC3F727D-ACD6-4B4B-BA2C-F10531EF59A5}" presName="iconBgRect" presStyleLbl="bgShp" presStyleIdx="0" presStyleCnt="4"/>
      <dgm:spPr/>
    </dgm:pt>
    <dgm:pt modelId="{7DEF9CE1-86A0-411B-BE80-6229092CFB89}" type="pres">
      <dgm:prSet presAssocID="{AC3F727D-ACD6-4B4B-BA2C-F10531EF59A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2398172-923D-4FF5-854E-584C40CB31F9}" type="pres">
      <dgm:prSet presAssocID="{AC3F727D-ACD6-4B4B-BA2C-F10531EF59A5}" presName="spaceRect" presStyleCnt="0"/>
      <dgm:spPr/>
    </dgm:pt>
    <dgm:pt modelId="{881B1282-E07C-4FF2-B138-A2D9ACD55610}" type="pres">
      <dgm:prSet presAssocID="{AC3F727D-ACD6-4B4B-BA2C-F10531EF59A5}" presName="textRect" presStyleLbl="revTx" presStyleIdx="0" presStyleCnt="4">
        <dgm:presLayoutVars>
          <dgm:chMax val="1"/>
          <dgm:chPref val="1"/>
        </dgm:presLayoutVars>
      </dgm:prSet>
      <dgm:spPr/>
    </dgm:pt>
    <dgm:pt modelId="{B39B073E-4D5A-49EF-BD7C-67C4D983EEEA}" type="pres">
      <dgm:prSet presAssocID="{B759844E-B36E-4770-B55B-659783D4E7C4}" presName="sibTrans" presStyleCnt="0"/>
      <dgm:spPr/>
    </dgm:pt>
    <dgm:pt modelId="{9AAE0817-033B-4BD5-B804-AD4D13202019}" type="pres">
      <dgm:prSet presAssocID="{353A44A6-2D21-42D3-94D9-06417413B561}" presName="compNode" presStyleCnt="0"/>
      <dgm:spPr/>
    </dgm:pt>
    <dgm:pt modelId="{1C4E10AA-85D0-4057-BE2D-688F1214F3CF}" type="pres">
      <dgm:prSet presAssocID="{353A44A6-2D21-42D3-94D9-06417413B561}" presName="iconBgRect" presStyleLbl="bgShp" presStyleIdx="1" presStyleCnt="4"/>
      <dgm:spPr/>
    </dgm:pt>
    <dgm:pt modelId="{438DD98A-AD9D-46CA-944D-5AFCEE8EB65D}" type="pres">
      <dgm:prSet presAssocID="{353A44A6-2D21-42D3-94D9-06417413B56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78D8981A-17F8-4224-8FFE-E04A73ABA8BA}" type="pres">
      <dgm:prSet presAssocID="{353A44A6-2D21-42D3-94D9-06417413B561}" presName="spaceRect" presStyleCnt="0"/>
      <dgm:spPr/>
    </dgm:pt>
    <dgm:pt modelId="{84A2628B-F1A3-449D-A704-D4875553D80F}" type="pres">
      <dgm:prSet presAssocID="{353A44A6-2D21-42D3-94D9-06417413B561}" presName="textRect" presStyleLbl="revTx" presStyleIdx="1" presStyleCnt="4">
        <dgm:presLayoutVars>
          <dgm:chMax val="1"/>
          <dgm:chPref val="1"/>
        </dgm:presLayoutVars>
      </dgm:prSet>
      <dgm:spPr/>
    </dgm:pt>
    <dgm:pt modelId="{3789B74B-8A0E-4239-B266-E1C7342F69EF}" type="pres">
      <dgm:prSet presAssocID="{31A5D3CA-FB2F-415D-AE41-6AB29DF03AEE}" presName="sibTrans" presStyleCnt="0"/>
      <dgm:spPr/>
    </dgm:pt>
    <dgm:pt modelId="{2959F732-DE26-4256-AEED-EBEF46667B59}" type="pres">
      <dgm:prSet presAssocID="{2C5BA45E-7A90-4281-B24C-2FC7868DD60A}" presName="compNode" presStyleCnt="0"/>
      <dgm:spPr/>
    </dgm:pt>
    <dgm:pt modelId="{7A174E94-09AD-4884-A806-88B9C99FD7E5}" type="pres">
      <dgm:prSet presAssocID="{2C5BA45E-7A90-4281-B24C-2FC7868DD60A}" presName="iconBgRect" presStyleLbl="bgShp" presStyleIdx="2" presStyleCnt="4"/>
      <dgm:spPr/>
    </dgm:pt>
    <dgm:pt modelId="{24FFB350-0FFB-45E3-AA1C-ED1BED720676}" type="pres">
      <dgm:prSet presAssocID="{2C5BA45E-7A90-4281-B24C-2FC7868DD60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FEE7DE9-6883-4294-91E5-C1E030C7E3D6}" type="pres">
      <dgm:prSet presAssocID="{2C5BA45E-7A90-4281-B24C-2FC7868DD60A}" presName="spaceRect" presStyleCnt="0"/>
      <dgm:spPr/>
    </dgm:pt>
    <dgm:pt modelId="{F8A08E60-C94C-45B7-8E55-14BFD2EEB82E}" type="pres">
      <dgm:prSet presAssocID="{2C5BA45E-7A90-4281-B24C-2FC7868DD60A}" presName="textRect" presStyleLbl="revTx" presStyleIdx="2" presStyleCnt="4">
        <dgm:presLayoutVars>
          <dgm:chMax val="1"/>
          <dgm:chPref val="1"/>
        </dgm:presLayoutVars>
      </dgm:prSet>
      <dgm:spPr/>
    </dgm:pt>
    <dgm:pt modelId="{D99D2976-5CBC-42FA-85D0-592FCAEC3536}" type="pres">
      <dgm:prSet presAssocID="{99164188-98A7-4367-947E-F827A16F644D}" presName="sibTrans" presStyleCnt="0"/>
      <dgm:spPr/>
    </dgm:pt>
    <dgm:pt modelId="{30682C42-C083-4C09-9B03-DE40F78FB235}" type="pres">
      <dgm:prSet presAssocID="{69F0A003-63C7-431A-8A64-3C85A2A12590}" presName="compNode" presStyleCnt="0"/>
      <dgm:spPr/>
    </dgm:pt>
    <dgm:pt modelId="{61931CF1-B7D7-4C89-9CE9-2EB0B3043BD9}" type="pres">
      <dgm:prSet presAssocID="{69F0A003-63C7-431A-8A64-3C85A2A12590}" presName="iconBgRect" presStyleLbl="bgShp" presStyleIdx="3" presStyleCnt="4"/>
      <dgm:spPr/>
    </dgm:pt>
    <dgm:pt modelId="{2504A0DD-1C37-40C0-B51C-78129F738219}" type="pres">
      <dgm:prSet presAssocID="{69F0A003-63C7-431A-8A64-3C85A2A1259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47D39C57-194B-4A5C-AC60-DF74630A4442}" type="pres">
      <dgm:prSet presAssocID="{69F0A003-63C7-431A-8A64-3C85A2A12590}" presName="spaceRect" presStyleCnt="0"/>
      <dgm:spPr/>
    </dgm:pt>
    <dgm:pt modelId="{4C28C0AF-E0A3-44DA-8D5E-0C08A434FFD2}" type="pres">
      <dgm:prSet presAssocID="{69F0A003-63C7-431A-8A64-3C85A2A1259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343760A-863A-490E-859B-0A912680EE6B}" type="presOf" srcId="{88B0A1AE-B077-40FF-B178-1D1B8BC02EEF}" destId="{0CD23DE5-2E8E-480B-88A8-D70611683290}" srcOrd="0" destOrd="0" presId="urn:microsoft.com/office/officeart/2018/5/layout/IconCircleLabelList"/>
    <dgm:cxn modelId="{A961AA11-4BDC-4AFC-AE1E-790D6F289EF0}" type="presOf" srcId="{69F0A003-63C7-431A-8A64-3C85A2A12590}" destId="{4C28C0AF-E0A3-44DA-8D5E-0C08A434FFD2}" srcOrd="0" destOrd="0" presId="urn:microsoft.com/office/officeart/2018/5/layout/IconCircleLabelList"/>
    <dgm:cxn modelId="{0D0FE245-D6A7-4910-A078-5856B09FC5F2}" type="presOf" srcId="{AC3F727D-ACD6-4B4B-BA2C-F10531EF59A5}" destId="{881B1282-E07C-4FF2-B138-A2D9ACD55610}" srcOrd="0" destOrd="0" presId="urn:microsoft.com/office/officeart/2018/5/layout/IconCircleLabelList"/>
    <dgm:cxn modelId="{28C62949-EA7D-429A-9E5C-D154EE38705C}" type="presOf" srcId="{353A44A6-2D21-42D3-94D9-06417413B561}" destId="{84A2628B-F1A3-449D-A704-D4875553D80F}" srcOrd="0" destOrd="0" presId="urn:microsoft.com/office/officeart/2018/5/layout/IconCircleLabelList"/>
    <dgm:cxn modelId="{3972B191-B228-4729-A31A-317D6A608E29}" type="presOf" srcId="{2C5BA45E-7A90-4281-B24C-2FC7868DD60A}" destId="{F8A08E60-C94C-45B7-8E55-14BFD2EEB82E}" srcOrd="0" destOrd="0" presId="urn:microsoft.com/office/officeart/2018/5/layout/IconCircleLabelList"/>
    <dgm:cxn modelId="{014989A5-9AD2-47C0-B4DB-DDFD913AD5EC}" srcId="{88B0A1AE-B077-40FF-B178-1D1B8BC02EEF}" destId="{AC3F727D-ACD6-4B4B-BA2C-F10531EF59A5}" srcOrd="0" destOrd="0" parTransId="{AA48B13D-506A-410F-8BB6-39F5EEB7AD4F}" sibTransId="{B759844E-B36E-4770-B55B-659783D4E7C4}"/>
    <dgm:cxn modelId="{4A878BB7-0840-4AE1-B85E-8222F51DAD93}" srcId="{88B0A1AE-B077-40FF-B178-1D1B8BC02EEF}" destId="{69F0A003-63C7-431A-8A64-3C85A2A12590}" srcOrd="3" destOrd="0" parTransId="{072C4077-1EF2-4A38-88B5-3870E59E85D5}" sibTransId="{750041E5-9549-49D6-8A46-B4D08A909886}"/>
    <dgm:cxn modelId="{5CDE00E6-FD73-4A7B-B877-BC2C9E822EC4}" srcId="{88B0A1AE-B077-40FF-B178-1D1B8BC02EEF}" destId="{2C5BA45E-7A90-4281-B24C-2FC7868DD60A}" srcOrd="2" destOrd="0" parTransId="{A3D2A798-134F-4DA5-8B7D-93E675D501D1}" sibTransId="{99164188-98A7-4367-947E-F827A16F644D}"/>
    <dgm:cxn modelId="{3E1B3EED-A437-49C0-B770-E9234F3342B1}" srcId="{88B0A1AE-B077-40FF-B178-1D1B8BC02EEF}" destId="{353A44A6-2D21-42D3-94D9-06417413B561}" srcOrd="1" destOrd="0" parTransId="{44F5BE2E-A7B0-430E-B4A8-3A5536D7771A}" sibTransId="{31A5D3CA-FB2F-415D-AE41-6AB29DF03AEE}"/>
    <dgm:cxn modelId="{2FF5781A-A76B-4621-9C32-2291827982A7}" type="presParOf" srcId="{0CD23DE5-2E8E-480B-88A8-D70611683290}" destId="{EFEEDB15-148F-40B3-ADAC-0C1CC7EEC27E}" srcOrd="0" destOrd="0" presId="urn:microsoft.com/office/officeart/2018/5/layout/IconCircleLabelList"/>
    <dgm:cxn modelId="{9DC2D9BD-3315-446E-AB62-FF7164A62C47}" type="presParOf" srcId="{EFEEDB15-148F-40B3-ADAC-0C1CC7EEC27E}" destId="{3142109A-1ACE-4556-9993-8DA941A9BD30}" srcOrd="0" destOrd="0" presId="urn:microsoft.com/office/officeart/2018/5/layout/IconCircleLabelList"/>
    <dgm:cxn modelId="{75F07709-99D3-41AC-979F-CF1283074F6B}" type="presParOf" srcId="{EFEEDB15-148F-40B3-ADAC-0C1CC7EEC27E}" destId="{7DEF9CE1-86A0-411B-BE80-6229092CFB89}" srcOrd="1" destOrd="0" presId="urn:microsoft.com/office/officeart/2018/5/layout/IconCircleLabelList"/>
    <dgm:cxn modelId="{B4598F33-A8E2-45A0-AC52-9A60A4C85AE1}" type="presParOf" srcId="{EFEEDB15-148F-40B3-ADAC-0C1CC7EEC27E}" destId="{32398172-923D-4FF5-854E-584C40CB31F9}" srcOrd="2" destOrd="0" presId="urn:microsoft.com/office/officeart/2018/5/layout/IconCircleLabelList"/>
    <dgm:cxn modelId="{025FD767-0564-4ABC-9C07-538FBEB320FF}" type="presParOf" srcId="{EFEEDB15-148F-40B3-ADAC-0C1CC7EEC27E}" destId="{881B1282-E07C-4FF2-B138-A2D9ACD55610}" srcOrd="3" destOrd="0" presId="urn:microsoft.com/office/officeart/2018/5/layout/IconCircleLabelList"/>
    <dgm:cxn modelId="{6938C17A-A1EB-4090-879E-BAB99D3B2DAD}" type="presParOf" srcId="{0CD23DE5-2E8E-480B-88A8-D70611683290}" destId="{B39B073E-4D5A-49EF-BD7C-67C4D983EEEA}" srcOrd="1" destOrd="0" presId="urn:microsoft.com/office/officeart/2018/5/layout/IconCircleLabelList"/>
    <dgm:cxn modelId="{5C0E9282-B27F-4D83-AB0A-64C65254BC8D}" type="presParOf" srcId="{0CD23DE5-2E8E-480B-88A8-D70611683290}" destId="{9AAE0817-033B-4BD5-B804-AD4D13202019}" srcOrd="2" destOrd="0" presId="urn:microsoft.com/office/officeart/2018/5/layout/IconCircleLabelList"/>
    <dgm:cxn modelId="{CC3FDD55-8874-4015-89BD-F7C418DDD0C7}" type="presParOf" srcId="{9AAE0817-033B-4BD5-B804-AD4D13202019}" destId="{1C4E10AA-85D0-4057-BE2D-688F1214F3CF}" srcOrd="0" destOrd="0" presId="urn:microsoft.com/office/officeart/2018/5/layout/IconCircleLabelList"/>
    <dgm:cxn modelId="{A0E514E9-22DA-4B74-A661-AA57E658F977}" type="presParOf" srcId="{9AAE0817-033B-4BD5-B804-AD4D13202019}" destId="{438DD98A-AD9D-46CA-944D-5AFCEE8EB65D}" srcOrd="1" destOrd="0" presId="urn:microsoft.com/office/officeart/2018/5/layout/IconCircleLabelList"/>
    <dgm:cxn modelId="{374198BB-8282-4377-BCC8-5DDBB2F1BF05}" type="presParOf" srcId="{9AAE0817-033B-4BD5-B804-AD4D13202019}" destId="{78D8981A-17F8-4224-8FFE-E04A73ABA8BA}" srcOrd="2" destOrd="0" presId="urn:microsoft.com/office/officeart/2018/5/layout/IconCircleLabelList"/>
    <dgm:cxn modelId="{F717D83D-C3A5-4D75-9F8F-803776218A77}" type="presParOf" srcId="{9AAE0817-033B-4BD5-B804-AD4D13202019}" destId="{84A2628B-F1A3-449D-A704-D4875553D80F}" srcOrd="3" destOrd="0" presId="urn:microsoft.com/office/officeart/2018/5/layout/IconCircleLabelList"/>
    <dgm:cxn modelId="{D8A755B4-90C8-4111-B5B1-43E5E2FAC267}" type="presParOf" srcId="{0CD23DE5-2E8E-480B-88A8-D70611683290}" destId="{3789B74B-8A0E-4239-B266-E1C7342F69EF}" srcOrd="3" destOrd="0" presId="urn:microsoft.com/office/officeart/2018/5/layout/IconCircleLabelList"/>
    <dgm:cxn modelId="{B5FE5F4E-2314-4DB1-A520-93EB6E17EFAD}" type="presParOf" srcId="{0CD23DE5-2E8E-480B-88A8-D70611683290}" destId="{2959F732-DE26-4256-AEED-EBEF46667B59}" srcOrd="4" destOrd="0" presId="urn:microsoft.com/office/officeart/2018/5/layout/IconCircleLabelList"/>
    <dgm:cxn modelId="{5AFB5302-A2A6-48A4-8E89-E1352748279E}" type="presParOf" srcId="{2959F732-DE26-4256-AEED-EBEF46667B59}" destId="{7A174E94-09AD-4884-A806-88B9C99FD7E5}" srcOrd="0" destOrd="0" presId="urn:microsoft.com/office/officeart/2018/5/layout/IconCircleLabelList"/>
    <dgm:cxn modelId="{E05ED3B1-EEEB-41AE-BC6D-788728787237}" type="presParOf" srcId="{2959F732-DE26-4256-AEED-EBEF46667B59}" destId="{24FFB350-0FFB-45E3-AA1C-ED1BED720676}" srcOrd="1" destOrd="0" presId="urn:microsoft.com/office/officeart/2018/5/layout/IconCircleLabelList"/>
    <dgm:cxn modelId="{502FC125-C125-45EC-9E2F-C59319176C9E}" type="presParOf" srcId="{2959F732-DE26-4256-AEED-EBEF46667B59}" destId="{3FEE7DE9-6883-4294-91E5-C1E030C7E3D6}" srcOrd="2" destOrd="0" presId="urn:microsoft.com/office/officeart/2018/5/layout/IconCircleLabelList"/>
    <dgm:cxn modelId="{BC186C6D-72E7-4659-B5F8-C3F431F5BC37}" type="presParOf" srcId="{2959F732-DE26-4256-AEED-EBEF46667B59}" destId="{F8A08E60-C94C-45B7-8E55-14BFD2EEB82E}" srcOrd="3" destOrd="0" presId="urn:microsoft.com/office/officeart/2018/5/layout/IconCircleLabelList"/>
    <dgm:cxn modelId="{666C2F41-FA10-4A36-A047-0D2D54DF7149}" type="presParOf" srcId="{0CD23DE5-2E8E-480B-88A8-D70611683290}" destId="{D99D2976-5CBC-42FA-85D0-592FCAEC3536}" srcOrd="5" destOrd="0" presId="urn:microsoft.com/office/officeart/2018/5/layout/IconCircleLabelList"/>
    <dgm:cxn modelId="{BC15E15C-EE68-420F-A36C-A99E8A001817}" type="presParOf" srcId="{0CD23DE5-2E8E-480B-88A8-D70611683290}" destId="{30682C42-C083-4C09-9B03-DE40F78FB235}" srcOrd="6" destOrd="0" presId="urn:microsoft.com/office/officeart/2018/5/layout/IconCircleLabelList"/>
    <dgm:cxn modelId="{BECAE2BE-8648-4F4A-92B5-DC50763130CD}" type="presParOf" srcId="{30682C42-C083-4C09-9B03-DE40F78FB235}" destId="{61931CF1-B7D7-4C89-9CE9-2EB0B3043BD9}" srcOrd="0" destOrd="0" presId="urn:microsoft.com/office/officeart/2018/5/layout/IconCircleLabelList"/>
    <dgm:cxn modelId="{32F4F519-5D2A-4D18-A6BB-80039DA3E85F}" type="presParOf" srcId="{30682C42-C083-4C09-9B03-DE40F78FB235}" destId="{2504A0DD-1C37-40C0-B51C-78129F738219}" srcOrd="1" destOrd="0" presId="urn:microsoft.com/office/officeart/2018/5/layout/IconCircleLabelList"/>
    <dgm:cxn modelId="{57D12EA8-D088-4915-8476-AA0E47874F2E}" type="presParOf" srcId="{30682C42-C083-4C09-9B03-DE40F78FB235}" destId="{47D39C57-194B-4A5C-AC60-DF74630A4442}" srcOrd="2" destOrd="0" presId="urn:microsoft.com/office/officeart/2018/5/layout/IconCircleLabelList"/>
    <dgm:cxn modelId="{7C6ACBC9-2DC1-4143-9D06-7B8CB42CA102}" type="presParOf" srcId="{30682C42-C083-4C09-9B03-DE40F78FB235}" destId="{4C28C0AF-E0A3-44DA-8D5E-0C08A434FFD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E64C823-8B0A-4C98-9BA0-F61E814A6D6B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E113B69-4BFA-47FC-A3FE-074E2BDE2DBE}">
      <dgm:prSet/>
      <dgm:spPr/>
      <dgm:t>
        <a:bodyPr/>
        <a:lstStyle/>
        <a:p>
          <a:r>
            <a:rPr lang="es-ES" dirty="0" err="1"/>
            <a:t>Converted</a:t>
          </a:r>
          <a:r>
            <a:rPr lang="es-ES" dirty="0"/>
            <a:t> </a:t>
          </a:r>
          <a:r>
            <a:rPr lang="es-ES" dirty="0" err="1"/>
            <a:t>arrays</a:t>
          </a:r>
          <a:r>
            <a:rPr lang="es-ES" dirty="0"/>
            <a:t> </a:t>
          </a:r>
          <a:r>
            <a:rPr lang="es-ES" dirty="0" err="1"/>
            <a:t>to</a:t>
          </a:r>
          <a:r>
            <a:rPr lang="es-ES" dirty="0"/>
            <a:t> torch.float32 </a:t>
          </a:r>
          <a:r>
            <a:rPr lang="es-ES" dirty="0" err="1"/>
            <a:t>tensors</a:t>
          </a:r>
          <a:r>
            <a:rPr lang="es-ES" dirty="0"/>
            <a:t>.</a:t>
          </a:r>
          <a:endParaRPr lang="en-US" dirty="0"/>
        </a:p>
      </dgm:t>
    </dgm:pt>
    <dgm:pt modelId="{98182A25-4503-4170-AE1D-70E39899CAF0}" type="parTrans" cxnId="{DF23F30A-7B52-4E75-8D9F-7010B576445A}">
      <dgm:prSet/>
      <dgm:spPr/>
      <dgm:t>
        <a:bodyPr/>
        <a:lstStyle/>
        <a:p>
          <a:endParaRPr lang="en-US"/>
        </a:p>
      </dgm:t>
    </dgm:pt>
    <dgm:pt modelId="{3D147271-45FA-4DD2-9173-3010CA85F09F}" type="sibTrans" cxnId="{DF23F30A-7B52-4E75-8D9F-7010B576445A}">
      <dgm:prSet/>
      <dgm:spPr/>
      <dgm:t>
        <a:bodyPr/>
        <a:lstStyle/>
        <a:p>
          <a:endParaRPr lang="en-US"/>
        </a:p>
      </dgm:t>
    </dgm:pt>
    <dgm:pt modelId="{3A20838B-6E5A-4D90-AFBD-20A7222EF4FB}">
      <dgm:prSet/>
      <dgm:spPr/>
      <dgm:t>
        <a:bodyPr/>
        <a:lstStyle/>
        <a:p>
          <a:r>
            <a:rPr lang="es-ES"/>
            <a:t>Wrapped into TensorDataset(X, y) for paired samples.</a:t>
          </a:r>
          <a:endParaRPr lang="en-US"/>
        </a:p>
      </dgm:t>
    </dgm:pt>
    <dgm:pt modelId="{875473A2-E000-42A1-AD2F-36B57D77EE50}" type="parTrans" cxnId="{A7137B65-0E4A-4434-AD94-13EA583D5264}">
      <dgm:prSet/>
      <dgm:spPr/>
      <dgm:t>
        <a:bodyPr/>
        <a:lstStyle/>
        <a:p>
          <a:endParaRPr lang="en-US"/>
        </a:p>
      </dgm:t>
    </dgm:pt>
    <dgm:pt modelId="{FF8BE82A-BBC1-44F3-B28F-A82CA99DB8F8}" type="sibTrans" cxnId="{A7137B65-0E4A-4434-AD94-13EA583D5264}">
      <dgm:prSet/>
      <dgm:spPr/>
      <dgm:t>
        <a:bodyPr/>
        <a:lstStyle/>
        <a:p>
          <a:endParaRPr lang="en-US"/>
        </a:p>
      </dgm:t>
    </dgm:pt>
    <dgm:pt modelId="{923425C7-8828-4C39-9EAF-FF4254B97FEC}">
      <dgm:prSet/>
      <dgm:spPr/>
      <dgm:t>
        <a:bodyPr/>
        <a:lstStyle/>
        <a:p>
          <a:r>
            <a:rPr lang="es-ES"/>
            <a:t>DataLoader creates mini-batches (batch_size=64).</a:t>
          </a:r>
          <a:endParaRPr lang="en-US"/>
        </a:p>
      </dgm:t>
    </dgm:pt>
    <dgm:pt modelId="{373B5F98-8EBD-4AAB-A661-391F97C3FB3E}" type="parTrans" cxnId="{485A9867-CF3D-4CD9-9293-53D6CFAD8C47}">
      <dgm:prSet/>
      <dgm:spPr/>
      <dgm:t>
        <a:bodyPr/>
        <a:lstStyle/>
        <a:p>
          <a:endParaRPr lang="en-US"/>
        </a:p>
      </dgm:t>
    </dgm:pt>
    <dgm:pt modelId="{5A70EE39-47DB-4C9B-AB09-3BE679A528A2}" type="sibTrans" cxnId="{485A9867-CF3D-4CD9-9293-53D6CFAD8C47}">
      <dgm:prSet/>
      <dgm:spPr/>
      <dgm:t>
        <a:bodyPr/>
        <a:lstStyle/>
        <a:p>
          <a:endParaRPr lang="en-US"/>
        </a:p>
      </dgm:t>
    </dgm:pt>
    <dgm:pt modelId="{0A08B2A0-176D-4B02-B831-B67EB0B4D017}">
      <dgm:prSet/>
      <dgm:spPr/>
      <dgm:t>
        <a:bodyPr/>
        <a:lstStyle/>
        <a:p>
          <a:r>
            <a:rPr lang="es-ES"/>
            <a:t>shuffle=True for train, shuffle=False for val/test.</a:t>
          </a:r>
          <a:endParaRPr lang="en-US"/>
        </a:p>
      </dgm:t>
    </dgm:pt>
    <dgm:pt modelId="{280444EB-ED61-408E-A403-542601759C6C}" type="parTrans" cxnId="{0C418A60-EF36-4DD8-9BC3-ED34A50586BD}">
      <dgm:prSet/>
      <dgm:spPr/>
      <dgm:t>
        <a:bodyPr/>
        <a:lstStyle/>
        <a:p>
          <a:endParaRPr lang="en-US"/>
        </a:p>
      </dgm:t>
    </dgm:pt>
    <dgm:pt modelId="{0BE02B05-CB3A-43ED-99E7-B351A86C0887}" type="sibTrans" cxnId="{0C418A60-EF36-4DD8-9BC3-ED34A50586BD}">
      <dgm:prSet/>
      <dgm:spPr/>
      <dgm:t>
        <a:bodyPr/>
        <a:lstStyle/>
        <a:p>
          <a:endParaRPr lang="en-US"/>
        </a:p>
      </dgm:t>
    </dgm:pt>
    <dgm:pt modelId="{C2D9CAC7-E035-44D1-9AFA-D6E4D923CA5F}" type="pres">
      <dgm:prSet presAssocID="{1E64C823-8B0A-4C98-9BA0-F61E814A6D6B}" presName="diagram" presStyleCnt="0">
        <dgm:presLayoutVars>
          <dgm:dir/>
          <dgm:resizeHandles val="exact"/>
        </dgm:presLayoutVars>
      </dgm:prSet>
      <dgm:spPr/>
    </dgm:pt>
    <dgm:pt modelId="{CA2F0C0C-6F44-4B4C-AE77-AE3E36F0F1ED}" type="pres">
      <dgm:prSet presAssocID="{7E113B69-4BFA-47FC-A3FE-074E2BDE2DBE}" presName="node" presStyleLbl="node1" presStyleIdx="0" presStyleCnt="4">
        <dgm:presLayoutVars>
          <dgm:bulletEnabled val="1"/>
        </dgm:presLayoutVars>
      </dgm:prSet>
      <dgm:spPr/>
    </dgm:pt>
    <dgm:pt modelId="{877BCBBB-3117-430F-A426-5AA99D6DC144}" type="pres">
      <dgm:prSet presAssocID="{3D147271-45FA-4DD2-9173-3010CA85F09F}" presName="sibTrans" presStyleLbl="sibTrans2D1" presStyleIdx="0" presStyleCnt="3"/>
      <dgm:spPr/>
    </dgm:pt>
    <dgm:pt modelId="{A5863729-5708-45D2-80E8-F1207336231E}" type="pres">
      <dgm:prSet presAssocID="{3D147271-45FA-4DD2-9173-3010CA85F09F}" presName="connectorText" presStyleLbl="sibTrans2D1" presStyleIdx="0" presStyleCnt="3"/>
      <dgm:spPr/>
    </dgm:pt>
    <dgm:pt modelId="{80D9FB64-E458-4C03-8343-5047EFC68B32}" type="pres">
      <dgm:prSet presAssocID="{3A20838B-6E5A-4D90-AFBD-20A7222EF4FB}" presName="node" presStyleLbl="node1" presStyleIdx="1" presStyleCnt="4">
        <dgm:presLayoutVars>
          <dgm:bulletEnabled val="1"/>
        </dgm:presLayoutVars>
      </dgm:prSet>
      <dgm:spPr/>
    </dgm:pt>
    <dgm:pt modelId="{ED21A33D-5E46-40E7-A82A-EA3E4E4699BB}" type="pres">
      <dgm:prSet presAssocID="{FF8BE82A-BBC1-44F3-B28F-A82CA99DB8F8}" presName="sibTrans" presStyleLbl="sibTrans2D1" presStyleIdx="1" presStyleCnt="3"/>
      <dgm:spPr/>
    </dgm:pt>
    <dgm:pt modelId="{6B553EE8-87CB-4DF1-9B9C-6FF45CB0DBEA}" type="pres">
      <dgm:prSet presAssocID="{FF8BE82A-BBC1-44F3-B28F-A82CA99DB8F8}" presName="connectorText" presStyleLbl="sibTrans2D1" presStyleIdx="1" presStyleCnt="3"/>
      <dgm:spPr/>
    </dgm:pt>
    <dgm:pt modelId="{4CDE1B00-AF94-47BE-BAB7-6D7242E56C14}" type="pres">
      <dgm:prSet presAssocID="{923425C7-8828-4C39-9EAF-FF4254B97FEC}" presName="node" presStyleLbl="node1" presStyleIdx="2" presStyleCnt="4">
        <dgm:presLayoutVars>
          <dgm:bulletEnabled val="1"/>
        </dgm:presLayoutVars>
      </dgm:prSet>
      <dgm:spPr/>
    </dgm:pt>
    <dgm:pt modelId="{404DBD5A-ED50-4E35-8F2E-1F0D3C599080}" type="pres">
      <dgm:prSet presAssocID="{5A70EE39-47DB-4C9B-AB09-3BE679A528A2}" presName="sibTrans" presStyleLbl="sibTrans2D1" presStyleIdx="2" presStyleCnt="3"/>
      <dgm:spPr/>
    </dgm:pt>
    <dgm:pt modelId="{12292665-EBCC-4466-A521-F8FF9938CE00}" type="pres">
      <dgm:prSet presAssocID="{5A70EE39-47DB-4C9B-AB09-3BE679A528A2}" presName="connectorText" presStyleLbl="sibTrans2D1" presStyleIdx="2" presStyleCnt="3"/>
      <dgm:spPr/>
    </dgm:pt>
    <dgm:pt modelId="{046DFE73-993C-4C6B-B1E4-CE26CA8E10DA}" type="pres">
      <dgm:prSet presAssocID="{0A08B2A0-176D-4B02-B831-B67EB0B4D017}" presName="node" presStyleLbl="node1" presStyleIdx="3" presStyleCnt="4">
        <dgm:presLayoutVars>
          <dgm:bulletEnabled val="1"/>
        </dgm:presLayoutVars>
      </dgm:prSet>
      <dgm:spPr/>
    </dgm:pt>
  </dgm:ptLst>
  <dgm:cxnLst>
    <dgm:cxn modelId="{DF23F30A-7B52-4E75-8D9F-7010B576445A}" srcId="{1E64C823-8B0A-4C98-9BA0-F61E814A6D6B}" destId="{7E113B69-4BFA-47FC-A3FE-074E2BDE2DBE}" srcOrd="0" destOrd="0" parTransId="{98182A25-4503-4170-AE1D-70E39899CAF0}" sibTransId="{3D147271-45FA-4DD2-9173-3010CA85F09F}"/>
    <dgm:cxn modelId="{27F83834-91E2-408C-8A7C-55CEBE4EA255}" type="presOf" srcId="{3D147271-45FA-4DD2-9173-3010CA85F09F}" destId="{A5863729-5708-45D2-80E8-F1207336231E}" srcOrd="1" destOrd="0" presId="urn:microsoft.com/office/officeart/2005/8/layout/process5"/>
    <dgm:cxn modelId="{0C418A60-EF36-4DD8-9BC3-ED34A50586BD}" srcId="{1E64C823-8B0A-4C98-9BA0-F61E814A6D6B}" destId="{0A08B2A0-176D-4B02-B831-B67EB0B4D017}" srcOrd="3" destOrd="0" parTransId="{280444EB-ED61-408E-A403-542601759C6C}" sibTransId="{0BE02B05-CB3A-43ED-99E7-B351A86C0887}"/>
    <dgm:cxn modelId="{A7137B65-0E4A-4434-AD94-13EA583D5264}" srcId="{1E64C823-8B0A-4C98-9BA0-F61E814A6D6B}" destId="{3A20838B-6E5A-4D90-AFBD-20A7222EF4FB}" srcOrd="1" destOrd="0" parTransId="{875473A2-E000-42A1-AD2F-36B57D77EE50}" sibTransId="{FF8BE82A-BBC1-44F3-B28F-A82CA99DB8F8}"/>
    <dgm:cxn modelId="{3AF5E546-6B11-4648-BD84-24E034FAFEDD}" type="presOf" srcId="{3D147271-45FA-4DD2-9173-3010CA85F09F}" destId="{877BCBBB-3117-430F-A426-5AA99D6DC144}" srcOrd="0" destOrd="0" presId="urn:microsoft.com/office/officeart/2005/8/layout/process5"/>
    <dgm:cxn modelId="{485A9867-CF3D-4CD9-9293-53D6CFAD8C47}" srcId="{1E64C823-8B0A-4C98-9BA0-F61E814A6D6B}" destId="{923425C7-8828-4C39-9EAF-FF4254B97FEC}" srcOrd="2" destOrd="0" parTransId="{373B5F98-8EBD-4AAB-A661-391F97C3FB3E}" sibTransId="{5A70EE39-47DB-4C9B-AB09-3BE679A528A2}"/>
    <dgm:cxn modelId="{67F8BF70-BFFC-48D4-B223-2204801F35C3}" type="presOf" srcId="{7E113B69-4BFA-47FC-A3FE-074E2BDE2DBE}" destId="{CA2F0C0C-6F44-4B4C-AE77-AE3E36F0F1ED}" srcOrd="0" destOrd="0" presId="urn:microsoft.com/office/officeart/2005/8/layout/process5"/>
    <dgm:cxn modelId="{BCDB8154-C01A-45CF-B6C8-950CC8D56878}" type="presOf" srcId="{5A70EE39-47DB-4C9B-AB09-3BE679A528A2}" destId="{12292665-EBCC-4466-A521-F8FF9938CE00}" srcOrd="1" destOrd="0" presId="urn:microsoft.com/office/officeart/2005/8/layout/process5"/>
    <dgm:cxn modelId="{41D2DD55-236C-4982-B657-EE7C39EB5CD1}" type="presOf" srcId="{5A70EE39-47DB-4C9B-AB09-3BE679A528A2}" destId="{404DBD5A-ED50-4E35-8F2E-1F0D3C599080}" srcOrd="0" destOrd="0" presId="urn:microsoft.com/office/officeart/2005/8/layout/process5"/>
    <dgm:cxn modelId="{9D307C88-4C7A-4241-8BC6-BCB4495038A2}" type="presOf" srcId="{923425C7-8828-4C39-9EAF-FF4254B97FEC}" destId="{4CDE1B00-AF94-47BE-BAB7-6D7242E56C14}" srcOrd="0" destOrd="0" presId="urn:microsoft.com/office/officeart/2005/8/layout/process5"/>
    <dgm:cxn modelId="{492FEDA2-15D2-442F-BAF8-F867E0A6F47B}" type="presOf" srcId="{1E64C823-8B0A-4C98-9BA0-F61E814A6D6B}" destId="{C2D9CAC7-E035-44D1-9AFA-D6E4D923CA5F}" srcOrd="0" destOrd="0" presId="urn:microsoft.com/office/officeart/2005/8/layout/process5"/>
    <dgm:cxn modelId="{9EF388A9-6FB6-46EA-B80C-67165D0AEE2D}" type="presOf" srcId="{FF8BE82A-BBC1-44F3-B28F-A82CA99DB8F8}" destId="{ED21A33D-5E46-40E7-A82A-EA3E4E4699BB}" srcOrd="0" destOrd="0" presId="urn:microsoft.com/office/officeart/2005/8/layout/process5"/>
    <dgm:cxn modelId="{940535AD-887C-4592-93D7-F504AAAB91B1}" type="presOf" srcId="{3A20838B-6E5A-4D90-AFBD-20A7222EF4FB}" destId="{80D9FB64-E458-4C03-8343-5047EFC68B32}" srcOrd="0" destOrd="0" presId="urn:microsoft.com/office/officeart/2005/8/layout/process5"/>
    <dgm:cxn modelId="{83A12EB3-8BB5-4CA7-B219-AC703BF01FAB}" type="presOf" srcId="{FF8BE82A-BBC1-44F3-B28F-A82CA99DB8F8}" destId="{6B553EE8-87CB-4DF1-9B9C-6FF45CB0DBEA}" srcOrd="1" destOrd="0" presId="urn:microsoft.com/office/officeart/2005/8/layout/process5"/>
    <dgm:cxn modelId="{5EDD0AEB-594F-45C9-A784-AFA2990FC0E1}" type="presOf" srcId="{0A08B2A0-176D-4B02-B831-B67EB0B4D017}" destId="{046DFE73-993C-4C6B-B1E4-CE26CA8E10DA}" srcOrd="0" destOrd="0" presId="urn:microsoft.com/office/officeart/2005/8/layout/process5"/>
    <dgm:cxn modelId="{ED3C1D28-6538-4A35-A19A-6B6BBF51AB24}" type="presParOf" srcId="{C2D9CAC7-E035-44D1-9AFA-D6E4D923CA5F}" destId="{CA2F0C0C-6F44-4B4C-AE77-AE3E36F0F1ED}" srcOrd="0" destOrd="0" presId="urn:microsoft.com/office/officeart/2005/8/layout/process5"/>
    <dgm:cxn modelId="{70B47CA3-7ECA-4AC4-A7CD-AD725066892C}" type="presParOf" srcId="{C2D9CAC7-E035-44D1-9AFA-D6E4D923CA5F}" destId="{877BCBBB-3117-430F-A426-5AA99D6DC144}" srcOrd="1" destOrd="0" presId="urn:microsoft.com/office/officeart/2005/8/layout/process5"/>
    <dgm:cxn modelId="{B37AEA1F-31BD-4D6E-A879-558E58767757}" type="presParOf" srcId="{877BCBBB-3117-430F-A426-5AA99D6DC144}" destId="{A5863729-5708-45D2-80E8-F1207336231E}" srcOrd="0" destOrd="0" presId="urn:microsoft.com/office/officeart/2005/8/layout/process5"/>
    <dgm:cxn modelId="{63FD0140-DCF6-49DA-BDED-079D868B4AC8}" type="presParOf" srcId="{C2D9CAC7-E035-44D1-9AFA-D6E4D923CA5F}" destId="{80D9FB64-E458-4C03-8343-5047EFC68B32}" srcOrd="2" destOrd="0" presId="urn:microsoft.com/office/officeart/2005/8/layout/process5"/>
    <dgm:cxn modelId="{649A3FD2-7471-4B33-B2A4-2095282BABE2}" type="presParOf" srcId="{C2D9CAC7-E035-44D1-9AFA-D6E4D923CA5F}" destId="{ED21A33D-5E46-40E7-A82A-EA3E4E4699BB}" srcOrd="3" destOrd="0" presId="urn:microsoft.com/office/officeart/2005/8/layout/process5"/>
    <dgm:cxn modelId="{DB256434-9CE2-4A36-A618-990CA0158C65}" type="presParOf" srcId="{ED21A33D-5E46-40E7-A82A-EA3E4E4699BB}" destId="{6B553EE8-87CB-4DF1-9B9C-6FF45CB0DBEA}" srcOrd="0" destOrd="0" presId="urn:microsoft.com/office/officeart/2005/8/layout/process5"/>
    <dgm:cxn modelId="{4CA0B9AD-8390-4149-A85C-6792F8EE544A}" type="presParOf" srcId="{C2D9CAC7-E035-44D1-9AFA-D6E4D923CA5F}" destId="{4CDE1B00-AF94-47BE-BAB7-6D7242E56C14}" srcOrd="4" destOrd="0" presId="urn:microsoft.com/office/officeart/2005/8/layout/process5"/>
    <dgm:cxn modelId="{4BE46F61-8539-4EF3-B614-AEF4604A81A4}" type="presParOf" srcId="{C2D9CAC7-E035-44D1-9AFA-D6E4D923CA5F}" destId="{404DBD5A-ED50-4E35-8F2E-1F0D3C599080}" srcOrd="5" destOrd="0" presId="urn:microsoft.com/office/officeart/2005/8/layout/process5"/>
    <dgm:cxn modelId="{D2D68679-B106-4A51-A364-B2F4DC422823}" type="presParOf" srcId="{404DBD5A-ED50-4E35-8F2E-1F0D3C599080}" destId="{12292665-EBCC-4466-A521-F8FF9938CE00}" srcOrd="0" destOrd="0" presId="urn:microsoft.com/office/officeart/2005/8/layout/process5"/>
    <dgm:cxn modelId="{1451199F-E950-465A-9E36-E77A6E6AA0EA}" type="presParOf" srcId="{C2D9CAC7-E035-44D1-9AFA-D6E4D923CA5F}" destId="{046DFE73-993C-4C6B-B1E4-CE26CA8E10DA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0FDF039-154F-47C6-8DC8-53F29F0C193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0439441-D210-48A0-8B07-58DC1FDD8455}">
      <dgm:prSet/>
      <dgm:spPr/>
      <dgm:t>
        <a:bodyPr/>
        <a:lstStyle/>
        <a:p>
          <a:r>
            <a:rPr lang="en-US"/>
            <a:t>model.train() enables training behavior.</a:t>
          </a:r>
        </a:p>
      </dgm:t>
    </dgm:pt>
    <dgm:pt modelId="{04FE9A33-D82D-48BD-9F45-D3AA45BE5E41}" type="parTrans" cxnId="{A06FF736-8EEC-4D09-9569-77A2F3CEE0E0}">
      <dgm:prSet/>
      <dgm:spPr/>
      <dgm:t>
        <a:bodyPr/>
        <a:lstStyle/>
        <a:p>
          <a:endParaRPr lang="en-US"/>
        </a:p>
      </dgm:t>
    </dgm:pt>
    <dgm:pt modelId="{50A8B01F-B6FD-4FB5-B6C1-1A91FBC54E88}" type="sibTrans" cxnId="{A06FF736-8EEC-4D09-9569-77A2F3CEE0E0}">
      <dgm:prSet/>
      <dgm:spPr/>
      <dgm:t>
        <a:bodyPr/>
        <a:lstStyle/>
        <a:p>
          <a:endParaRPr lang="en-US"/>
        </a:p>
      </dgm:t>
    </dgm:pt>
    <dgm:pt modelId="{088FF942-A139-4DD0-81FB-6247273CFEA8}">
      <dgm:prSet/>
      <dgm:spPr/>
      <dgm:t>
        <a:bodyPr/>
        <a:lstStyle/>
        <a:p>
          <a:r>
            <a:rPr lang="en-US"/>
            <a:t>Forward pass: prediction = model(data).squeeze().</a:t>
          </a:r>
        </a:p>
      </dgm:t>
    </dgm:pt>
    <dgm:pt modelId="{FDC0ADA4-463D-485F-BE61-33A647354D3A}" type="parTrans" cxnId="{396958EC-06F7-47FF-A69F-55B62A9E8C43}">
      <dgm:prSet/>
      <dgm:spPr/>
      <dgm:t>
        <a:bodyPr/>
        <a:lstStyle/>
        <a:p>
          <a:endParaRPr lang="en-US"/>
        </a:p>
      </dgm:t>
    </dgm:pt>
    <dgm:pt modelId="{493B5653-A5A6-4B82-9632-A37DC24856C0}" type="sibTrans" cxnId="{396958EC-06F7-47FF-A69F-55B62A9E8C43}">
      <dgm:prSet/>
      <dgm:spPr/>
      <dgm:t>
        <a:bodyPr/>
        <a:lstStyle/>
        <a:p>
          <a:endParaRPr lang="en-US"/>
        </a:p>
      </dgm:t>
    </dgm:pt>
    <dgm:pt modelId="{F2F8D384-99C4-4060-AB03-2137F9F16AF1}">
      <dgm:prSet/>
      <dgm:spPr/>
      <dgm:t>
        <a:bodyPr/>
        <a:lstStyle/>
        <a:p>
          <a:r>
            <a:rPr lang="en-US"/>
            <a:t>Loss: MSE(prediction, target).</a:t>
          </a:r>
        </a:p>
      </dgm:t>
    </dgm:pt>
    <dgm:pt modelId="{ACF6949C-8F60-476C-BD14-E6B12ED9E19F}" type="parTrans" cxnId="{B1E784E5-E108-4665-9D23-CD5EF29B1349}">
      <dgm:prSet/>
      <dgm:spPr/>
      <dgm:t>
        <a:bodyPr/>
        <a:lstStyle/>
        <a:p>
          <a:endParaRPr lang="en-US"/>
        </a:p>
      </dgm:t>
    </dgm:pt>
    <dgm:pt modelId="{8E6D535B-4AFA-4DFA-B38C-46C9D2D0BCF0}" type="sibTrans" cxnId="{B1E784E5-E108-4665-9D23-CD5EF29B1349}">
      <dgm:prSet/>
      <dgm:spPr/>
      <dgm:t>
        <a:bodyPr/>
        <a:lstStyle/>
        <a:p>
          <a:endParaRPr lang="en-US"/>
        </a:p>
      </dgm:t>
    </dgm:pt>
    <dgm:pt modelId="{D93821C9-1F9B-46A9-8868-EBD2F29E2D82}">
      <dgm:prSet/>
      <dgm:spPr/>
      <dgm:t>
        <a:bodyPr/>
        <a:lstStyle/>
        <a:p>
          <a:r>
            <a:rPr lang="en-US"/>
            <a:t>Backprop: loss.backward(); update: optimizer.step().</a:t>
          </a:r>
        </a:p>
      </dgm:t>
    </dgm:pt>
    <dgm:pt modelId="{DB6C7557-67B0-4989-9D66-CFAE183F6BBC}" type="parTrans" cxnId="{6F6AC98E-B3C3-439A-8293-0CCADB4CA473}">
      <dgm:prSet/>
      <dgm:spPr/>
      <dgm:t>
        <a:bodyPr/>
        <a:lstStyle/>
        <a:p>
          <a:endParaRPr lang="en-US"/>
        </a:p>
      </dgm:t>
    </dgm:pt>
    <dgm:pt modelId="{F567CF33-B1D8-4F54-BEBA-341240D59ACB}" type="sibTrans" cxnId="{6F6AC98E-B3C3-439A-8293-0CCADB4CA473}">
      <dgm:prSet/>
      <dgm:spPr/>
      <dgm:t>
        <a:bodyPr/>
        <a:lstStyle/>
        <a:p>
          <a:endParaRPr lang="en-US"/>
        </a:p>
      </dgm:t>
    </dgm:pt>
    <dgm:pt modelId="{4712070F-4D04-4898-8D5F-A69BEEAB6898}">
      <dgm:prSet/>
      <dgm:spPr/>
      <dgm:t>
        <a:bodyPr/>
        <a:lstStyle/>
        <a:p>
          <a:r>
            <a:rPr lang="en-US"/>
            <a:t>Optimizer (ADAM) : optimizer.zero_grad() prevents gradient accumulation across batches.</a:t>
          </a:r>
        </a:p>
      </dgm:t>
    </dgm:pt>
    <dgm:pt modelId="{7407DC54-7E4D-4808-969D-0F731DA5C1D6}" type="parTrans" cxnId="{BB4CFA37-E5D0-476E-AED4-59CCAC1410DB}">
      <dgm:prSet/>
      <dgm:spPr/>
      <dgm:t>
        <a:bodyPr/>
        <a:lstStyle/>
        <a:p>
          <a:endParaRPr lang="en-US"/>
        </a:p>
      </dgm:t>
    </dgm:pt>
    <dgm:pt modelId="{AD8BBBD1-26D1-49B2-AEE2-489745A68FEA}" type="sibTrans" cxnId="{BB4CFA37-E5D0-476E-AED4-59CCAC1410DB}">
      <dgm:prSet/>
      <dgm:spPr/>
      <dgm:t>
        <a:bodyPr/>
        <a:lstStyle/>
        <a:p>
          <a:endParaRPr lang="en-US"/>
        </a:p>
      </dgm:t>
    </dgm:pt>
    <dgm:pt modelId="{09FF2927-6A71-4616-83AC-FE5A59A4849E}" type="pres">
      <dgm:prSet presAssocID="{A0FDF039-154F-47C6-8DC8-53F29F0C193B}" presName="root" presStyleCnt="0">
        <dgm:presLayoutVars>
          <dgm:dir/>
          <dgm:resizeHandles val="exact"/>
        </dgm:presLayoutVars>
      </dgm:prSet>
      <dgm:spPr/>
    </dgm:pt>
    <dgm:pt modelId="{F271B34B-B6CE-4E1B-B09F-B90B9861DF60}" type="pres">
      <dgm:prSet presAssocID="{90439441-D210-48A0-8B07-58DC1FDD8455}" presName="compNode" presStyleCnt="0"/>
      <dgm:spPr/>
    </dgm:pt>
    <dgm:pt modelId="{CDB06DA2-E6CC-4B58-A1C8-9C0BC1B5E3A5}" type="pres">
      <dgm:prSet presAssocID="{90439441-D210-48A0-8B07-58DC1FDD8455}" presName="bgRect" presStyleLbl="bgShp" presStyleIdx="0" presStyleCnt="5"/>
      <dgm:spPr/>
    </dgm:pt>
    <dgm:pt modelId="{8BCB2431-80FB-4461-B2B4-63EF396FF72F}" type="pres">
      <dgm:prSet presAssocID="{90439441-D210-48A0-8B07-58DC1FDD845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6E224FAD-83DB-4E18-ACD8-52F211098FC4}" type="pres">
      <dgm:prSet presAssocID="{90439441-D210-48A0-8B07-58DC1FDD8455}" presName="spaceRect" presStyleCnt="0"/>
      <dgm:spPr/>
    </dgm:pt>
    <dgm:pt modelId="{4B7279EF-B851-41A0-AE21-D54B47FA5D3E}" type="pres">
      <dgm:prSet presAssocID="{90439441-D210-48A0-8B07-58DC1FDD8455}" presName="parTx" presStyleLbl="revTx" presStyleIdx="0" presStyleCnt="5">
        <dgm:presLayoutVars>
          <dgm:chMax val="0"/>
          <dgm:chPref val="0"/>
        </dgm:presLayoutVars>
      </dgm:prSet>
      <dgm:spPr/>
    </dgm:pt>
    <dgm:pt modelId="{F61EB0D0-D315-4B14-A1B4-BA29956D9659}" type="pres">
      <dgm:prSet presAssocID="{50A8B01F-B6FD-4FB5-B6C1-1A91FBC54E88}" presName="sibTrans" presStyleCnt="0"/>
      <dgm:spPr/>
    </dgm:pt>
    <dgm:pt modelId="{5AB2EF27-C30E-4197-8939-1D4CC3466E5C}" type="pres">
      <dgm:prSet presAssocID="{088FF942-A139-4DD0-81FB-6247273CFEA8}" presName="compNode" presStyleCnt="0"/>
      <dgm:spPr/>
    </dgm:pt>
    <dgm:pt modelId="{FC03E0A4-6EEE-41C1-A299-ABF24C52BD9F}" type="pres">
      <dgm:prSet presAssocID="{088FF942-A139-4DD0-81FB-6247273CFEA8}" presName="bgRect" presStyleLbl="bgShp" presStyleIdx="1" presStyleCnt="5"/>
      <dgm:spPr/>
    </dgm:pt>
    <dgm:pt modelId="{C215932B-C660-43C7-BE23-2D2337227A08}" type="pres">
      <dgm:prSet presAssocID="{088FF942-A139-4DD0-81FB-6247273CFEA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5A311185-3CF1-4A83-B0D5-56B932C99B19}" type="pres">
      <dgm:prSet presAssocID="{088FF942-A139-4DD0-81FB-6247273CFEA8}" presName="spaceRect" presStyleCnt="0"/>
      <dgm:spPr/>
    </dgm:pt>
    <dgm:pt modelId="{82930ABB-DFB2-4356-B0EE-645217A851ED}" type="pres">
      <dgm:prSet presAssocID="{088FF942-A139-4DD0-81FB-6247273CFEA8}" presName="parTx" presStyleLbl="revTx" presStyleIdx="1" presStyleCnt="5">
        <dgm:presLayoutVars>
          <dgm:chMax val="0"/>
          <dgm:chPref val="0"/>
        </dgm:presLayoutVars>
      </dgm:prSet>
      <dgm:spPr/>
    </dgm:pt>
    <dgm:pt modelId="{83039B9F-29B2-4D36-9C60-ED6A05F98B81}" type="pres">
      <dgm:prSet presAssocID="{493B5653-A5A6-4B82-9632-A37DC24856C0}" presName="sibTrans" presStyleCnt="0"/>
      <dgm:spPr/>
    </dgm:pt>
    <dgm:pt modelId="{1E5E16AB-BEF7-4CDE-A7D9-2ECC6AA83426}" type="pres">
      <dgm:prSet presAssocID="{F2F8D384-99C4-4060-AB03-2137F9F16AF1}" presName="compNode" presStyleCnt="0"/>
      <dgm:spPr/>
    </dgm:pt>
    <dgm:pt modelId="{1FD7A466-5A90-4905-BC2C-313C9E3A9511}" type="pres">
      <dgm:prSet presAssocID="{F2F8D384-99C4-4060-AB03-2137F9F16AF1}" presName="bgRect" presStyleLbl="bgShp" presStyleIdx="2" presStyleCnt="5"/>
      <dgm:spPr/>
    </dgm:pt>
    <dgm:pt modelId="{34C38626-A4DE-496D-B886-45B3A0E1D620}" type="pres">
      <dgm:prSet presAssocID="{F2F8D384-99C4-4060-AB03-2137F9F16AF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FA251F8D-BF89-4A34-A352-7EBFD82ADA30}" type="pres">
      <dgm:prSet presAssocID="{F2F8D384-99C4-4060-AB03-2137F9F16AF1}" presName="spaceRect" presStyleCnt="0"/>
      <dgm:spPr/>
    </dgm:pt>
    <dgm:pt modelId="{3457E1D5-2328-4845-BC5F-5914F33BF983}" type="pres">
      <dgm:prSet presAssocID="{F2F8D384-99C4-4060-AB03-2137F9F16AF1}" presName="parTx" presStyleLbl="revTx" presStyleIdx="2" presStyleCnt="5">
        <dgm:presLayoutVars>
          <dgm:chMax val="0"/>
          <dgm:chPref val="0"/>
        </dgm:presLayoutVars>
      </dgm:prSet>
      <dgm:spPr/>
    </dgm:pt>
    <dgm:pt modelId="{BDAA7C91-BEA7-454B-A868-4DC7AE54A748}" type="pres">
      <dgm:prSet presAssocID="{8E6D535B-4AFA-4DFA-B38C-46C9D2D0BCF0}" presName="sibTrans" presStyleCnt="0"/>
      <dgm:spPr/>
    </dgm:pt>
    <dgm:pt modelId="{9C727457-AF6D-4027-B7FE-F2575F19DA72}" type="pres">
      <dgm:prSet presAssocID="{D93821C9-1F9B-46A9-8868-EBD2F29E2D82}" presName="compNode" presStyleCnt="0"/>
      <dgm:spPr/>
    </dgm:pt>
    <dgm:pt modelId="{2DA72E12-F5B7-46B0-B071-1C7D09B5C4E4}" type="pres">
      <dgm:prSet presAssocID="{D93821C9-1F9B-46A9-8868-EBD2F29E2D82}" presName="bgRect" presStyleLbl="bgShp" presStyleIdx="3" presStyleCnt="5"/>
      <dgm:spPr/>
    </dgm:pt>
    <dgm:pt modelId="{61C67A7A-2096-4290-A126-53124C8E28E0}" type="pres">
      <dgm:prSet presAssocID="{D93821C9-1F9B-46A9-8868-EBD2F29E2D8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BCDDBEA-F935-471F-BB35-0E502CE52DFD}" type="pres">
      <dgm:prSet presAssocID="{D93821C9-1F9B-46A9-8868-EBD2F29E2D82}" presName="spaceRect" presStyleCnt="0"/>
      <dgm:spPr/>
    </dgm:pt>
    <dgm:pt modelId="{DF4B9D39-4C8E-4E45-AB49-650C652C15E2}" type="pres">
      <dgm:prSet presAssocID="{D93821C9-1F9B-46A9-8868-EBD2F29E2D82}" presName="parTx" presStyleLbl="revTx" presStyleIdx="3" presStyleCnt="5">
        <dgm:presLayoutVars>
          <dgm:chMax val="0"/>
          <dgm:chPref val="0"/>
        </dgm:presLayoutVars>
      </dgm:prSet>
      <dgm:spPr/>
    </dgm:pt>
    <dgm:pt modelId="{A488809D-3A62-42E5-A683-98D145FB8FED}" type="pres">
      <dgm:prSet presAssocID="{F567CF33-B1D8-4F54-BEBA-341240D59ACB}" presName="sibTrans" presStyleCnt="0"/>
      <dgm:spPr/>
    </dgm:pt>
    <dgm:pt modelId="{6F56AD14-4ED0-4518-9237-3445F10A4522}" type="pres">
      <dgm:prSet presAssocID="{4712070F-4D04-4898-8D5F-A69BEEAB6898}" presName="compNode" presStyleCnt="0"/>
      <dgm:spPr/>
    </dgm:pt>
    <dgm:pt modelId="{59E656D4-BAEE-4E37-9F4A-78B7A69960BB}" type="pres">
      <dgm:prSet presAssocID="{4712070F-4D04-4898-8D5F-A69BEEAB6898}" presName="bgRect" presStyleLbl="bgShp" presStyleIdx="4" presStyleCnt="5"/>
      <dgm:spPr/>
    </dgm:pt>
    <dgm:pt modelId="{BE3B6A58-FD06-4C69-9186-2018753DBCAB}" type="pres">
      <dgm:prSet presAssocID="{4712070F-4D04-4898-8D5F-A69BEEAB689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48CD7C9D-8AD5-43E7-8AA6-09AD1997CD40}" type="pres">
      <dgm:prSet presAssocID="{4712070F-4D04-4898-8D5F-A69BEEAB6898}" presName="spaceRect" presStyleCnt="0"/>
      <dgm:spPr/>
    </dgm:pt>
    <dgm:pt modelId="{F9042D61-0A37-4269-ABE0-DBF052DF72ED}" type="pres">
      <dgm:prSet presAssocID="{4712070F-4D04-4898-8D5F-A69BEEAB689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9048604-077C-4C20-B217-1F307D6791DD}" type="presOf" srcId="{088FF942-A139-4DD0-81FB-6247273CFEA8}" destId="{82930ABB-DFB2-4356-B0EE-645217A851ED}" srcOrd="0" destOrd="0" presId="urn:microsoft.com/office/officeart/2018/2/layout/IconVerticalSolidList"/>
    <dgm:cxn modelId="{FD86F90A-F209-4A3E-8DF3-F93C1C4533D5}" type="presOf" srcId="{90439441-D210-48A0-8B07-58DC1FDD8455}" destId="{4B7279EF-B851-41A0-AE21-D54B47FA5D3E}" srcOrd="0" destOrd="0" presId="urn:microsoft.com/office/officeart/2018/2/layout/IconVerticalSolidList"/>
    <dgm:cxn modelId="{A06FF736-8EEC-4D09-9569-77A2F3CEE0E0}" srcId="{A0FDF039-154F-47C6-8DC8-53F29F0C193B}" destId="{90439441-D210-48A0-8B07-58DC1FDD8455}" srcOrd="0" destOrd="0" parTransId="{04FE9A33-D82D-48BD-9F45-D3AA45BE5E41}" sibTransId="{50A8B01F-B6FD-4FB5-B6C1-1A91FBC54E88}"/>
    <dgm:cxn modelId="{BB4CFA37-E5D0-476E-AED4-59CCAC1410DB}" srcId="{A0FDF039-154F-47C6-8DC8-53F29F0C193B}" destId="{4712070F-4D04-4898-8D5F-A69BEEAB6898}" srcOrd="4" destOrd="0" parTransId="{7407DC54-7E4D-4808-969D-0F731DA5C1D6}" sibTransId="{AD8BBBD1-26D1-49B2-AEE2-489745A68FEA}"/>
    <dgm:cxn modelId="{9D3D1B5F-AEB4-4CC4-8D67-A657F11EEE57}" type="presOf" srcId="{A0FDF039-154F-47C6-8DC8-53F29F0C193B}" destId="{09FF2927-6A71-4616-83AC-FE5A59A4849E}" srcOrd="0" destOrd="0" presId="urn:microsoft.com/office/officeart/2018/2/layout/IconVerticalSolidList"/>
    <dgm:cxn modelId="{C2CBB854-B774-45D9-B737-314C219EA5BE}" type="presOf" srcId="{F2F8D384-99C4-4060-AB03-2137F9F16AF1}" destId="{3457E1D5-2328-4845-BC5F-5914F33BF983}" srcOrd="0" destOrd="0" presId="urn:microsoft.com/office/officeart/2018/2/layout/IconVerticalSolidList"/>
    <dgm:cxn modelId="{D234927F-8CA9-41E6-91DD-033AC56EC049}" type="presOf" srcId="{4712070F-4D04-4898-8D5F-A69BEEAB6898}" destId="{F9042D61-0A37-4269-ABE0-DBF052DF72ED}" srcOrd="0" destOrd="0" presId="urn:microsoft.com/office/officeart/2018/2/layout/IconVerticalSolidList"/>
    <dgm:cxn modelId="{FA2B2F86-655C-4659-BB73-F494F9D7AD6E}" type="presOf" srcId="{D93821C9-1F9B-46A9-8868-EBD2F29E2D82}" destId="{DF4B9D39-4C8E-4E45-AB49-650C652C15E2}" srcOrd="0" destOrd="0" presId="urn:microsoft.com/office/officeart/2018/2/layout/IconVerticalSolidList"/>
    <dgm:cxn modelId="{6F6AC98E-B3C3-439A-8293-0CCADB4CA473}" srcId="{A0FDF039-154F-47C6-8DC8-53F29F0C193B}" destId="{D93821C9-1F9B-46A9-8868-EBD2F29E2D82}" srcOrd="3" destOrd="0" parTransId="{DB6C7557-67B0-4989-9D66-CFAE183F6BBC}" sibTransId="{F567CF33-B1D8-4F54-BEBA-341240D59ACB}"/>
    <dgm:cxn modelId="{B1E784E5-E108-4665-9D23-CD5EF29B1349}" srcId="{A0FDF039-154F-47C6-8DC8-53F29F0C193B}" destId="{F2F8D384-99C4-4060-AB03-2137F9F16AF1}" srcOrd="2" destOrd="0" parTransId="{ACF6949C-8F60-476C-BD14-E6B12ED9E19F}" sibTransId="{8E6D535B-4AFA-4DFA-B38C-46C9D2D0BCF0}"/>
    <dgm:cxn modelId="{396958EC-06F7-47FF-A69F-55B62A9E8C43}" srcId="{A0FDF039-154F-47C6-8DC8-53F29F0C193B}" destId="{088FF942-A139-4DD0-81FB-6247273CFEA8}" srcOrd="1" destOrd="0" parTransId="{FDC0ADA4-463D-485F-BE61-33A647354D3A}" sibTransId="{493B5653-A5A6-4B82-9632-A37DC24856C0}"/>
    <dgm:cxn modelId="{13E76561-DE6D-4016-9C9A-ED5B271D1FB7}" type="presParOf" srcId="{09FF2927-6A71-4616-83AC-FE5A59A4849E}" destId="{F271B34B-B6CE-4E1B-B09F-B90B9861DF60}" srcOrd="0" destOrd="0" presId="urn:microsoft.com/office/officeart/2018/2/layout/IconVerticalSolidList"/>
    <dgm:cxn modelId="{B91A02AC-36DB-463D-90CB-051943330BC9}" type="presParOf" srcId="{F271B34B-B6CE-4E1B-B09F-B90B9861DF60}" destId="{CDB06DA2-E6CC-4B58-A1C8-9C0BC1B5E3A5}" srcOrd="0" destOrd="0" presId="urn:microsoft.com/office/officeart/2018/2/layout/IconVerticalSolidList"/>
    <dgm:cxn modelId="{D11C5856-0360-4E25-B376-1D534809A142}" type="presParOf" srcId="{F271B34B-B6CE-4E1B-B09F-B90B9861DF60}" destId="{8BCB2431-80FB-4461-B2B4-63EF396FF72F}" srcOrd="1" destOrd="0" presId="urn:microsoft.com/office/officeart/2018/2/layout/IconVerticalSolidList"/>
    <dgm:cxn modelId="{CAE77D34-35AA-45F4-90A3-4F1E08ED9027}" type="presParOf" srcId="{F271B34B-B6CE-4E1B-B09F-B90B9861DF60}" destId="{6E224FAD-83DB-4E18-ACD8-52F211098FC4}" srcOrd="2" destOrd="0" presId="urn:microsoft.com/office/officeart/2018/2/layout/IconVerticalSolidList"/>
    <dgm:cxn modelId="{EA2B208C-9E18-4B58-94CF-4CEFB94AF0DE}" type="presParOf" srcId="{F271B34B-B6CE-4E1B-B09F-B90B9861DF60}" destId="{4B7279EF-B851-41A0-AE21-D54B47FA5D3E}" srcOrd="3" destOrd="0" presId="urn:microsoft.com/office/officeart/2018/2/layout/IconVerticalSolidList"/>
    <dgm:cxn modelId="{74F69F40-FF4D-492A-9322-FF2CB8E4AF3A}" type="presParOf" srcId="{09FF2927-6A71-4616-83AC-FE5A59A4849E}" destId="{F61EB0D0-D315-4B14-A1B4-BA29956D9659}" srcOrd="1" destOrd="0" presId="urn:microsoft.com/office/officeart/2018/2/layout/IconVerticalSolidList"/>
    <dgm:cxn modelId="{A1F55E62-7DB4-4521-AEC9-E6E3B7C07CC2}" type="presParOf" srcId="{09FF2927-6A71-4616-83AC-FE5A59A4849E}" destId="{5AB2EF27-C30E-4197-8939-1D4CC3466E5C}" srcOrd="2" destOrd="0" presId="urn:microsoft.com/office/officeart/2018/2/layout/IconVerticalSolidList"/>
    <dgm:cxn modelId="{4B1E1C1D-C953-49DD-9093-D037EDBB6337}" type="presParOf" srcId="{5AB2EF27-C30E-4197-8939-1D4CC3466E5C}" destId="{FC03E0A4-6EEE-41C1-A299-ABF24C52BD9F}" srcOrd="0" destOrd="0" presId="urn:microsoft.com/office/officeart/2018/2/layout/IconVerticalSolidList"/>
    <dgm:cxn modelId="{963E08BC-CD2F-4F2B-86C4-7F1F65C19203}" type="presParOf" srcId="{5AB2EF27-C30E-4197-8939-1D4CC3466E5C}" destId="{C215932B-C660-43C7-BE23-2D2337227A08}" srcOrd="1" destOrd="0" presId="urn:microsoft.com/office/officeart/2018/2/layout/IconVerticalSolidList"/>
    <dgm:cxn modelId="{A88479DA-5EC1-4FE2-855D-4C630C9B2B55}" type="presParOf" srcId="{5AB2EF27-C30E-4197-8939-1D4CC3466E5C}" destId="{5A311185-3CF1-4A83-B0D5-56B932C99B19}" srcOrd="2" destOrd="0" presId="urn:microsoft.com/office/officeart/2018/2/layout/IconVerticalSolidList"/>
    <dgm:cxn modelId="{107F4B9E-8679-41C2-989E-367E7B99D4CE}" type="presParOf" srcId="{5AB2EF27-C30E-4197-8939-1D4CC3466E5C}" destId="{82930ABB-DFB2-4356-B0EE-645217A851ED}" srcOrd="3" destOrd="0" presId="urn:microsoft.com/office/officeart/2018/2/layout/IconVerticalSolidList"/>
    <dgm:cxn modelId="{C07F2EE1-E3B0-431D-BABA-675EE31CE872}" type="presParOf" srcId="{09FF2927-6A71-4616-83AC-FE5A59A4849E}" destId="{83039B9F-29B2-4D36-9C60-ED6A05F98B81}" srcOrd="3" destOrd="0" presId="urn:microsoft.com/office/officeart/2018/2/layout/IconVerticalSolidList"/>
    <dgm:cxn modelId="{E3280C20-617E-4C9D-8643-D1221E53E44A}" type="presParOf" srcId="{09FF2927-6A71-4616-83AC-FE5A59A4849E}" destId="{1E5E16AB-BEF7-4CDE-A7D9-2ECC6AA83426}" srcOrd="4" destOrd="0" presId="urn:microsoft.com/office/officeart/2018/2/layout/IconVerticalSolidList"/>
    <dgm:cxn modelId="{727F5AEA-3432-41D9-83C7-156AB828AA04}" type="presParOf" srcId="{1E5E16AB-BEF7-4CDE-A7D9-2ECC6AA83426}" destId="{1FD7A466-5A90-4905-BC2C-313C9E3A9511}" srcOrd="0" destOrd="0" presId="urn:microsoft.com/office/officeart/2018/2/layout/IconVerticalSolidList"/>
    <dgm:cxn modelId="{CD4BFF87-500A-4547-ADDF-78BB1CFC90FC}" type="presParOf" srcId="{1E5E16AB-BEF7-4CDE-A7D9-2ECC6AA83426}" destId="{34C38626-A4DE-496D-B886-45B3A0E1D620}" srcOrd="1" destOrd="0" presId="urn:microsoft.com/office/officeart/2018/2/layout/IconVerticalSolidList"/>
    <dgm:cxn modelId="{1A6C020B-471C-4B15-9A39-DA62B0FC6D1A}" type="presParOf" srcId="{1E5E16AB-BEF7-4CDE-A7D9-2ECC6AA83426}" destId="{FA251F8D-BF89-4A34-A352-7EBFD82ADA30}" srcOrd="2" destOrd="0" presId="urn:microsoft.com/office/officeart/2018/2/layout/IconVerticalSolidList"/>
    <dgm:cxn modelId="{E1EBD37B-AC46-4F31-B64B-BB05E7653F11}" type="presParOf" srcId="{1E5E16AB-BEF7-4CDE-A7D9-2ECC6AA83426}" destId="{3457E1D5-2328-4845-BC5F-5914F33BF983}" srcOrd="3" destOrd="0" presId="urn:microsoft.com/office/officeart/2018/2/layout/IconVerticalSolidList"/>
    <dgm:cxn modelId="{02E675A1-A1EE-4BE0-A9CF-F7FDE6A6FD83}" type="presParOf" srcId="{09FF2927-6A71-4616-83AC-FE5A59A4849E}" destId="{BDAA7C91-BEA7-454B-A868-4DC7AE54A748}" srcOrd="5" destOrd="0" presId="urn:microsoft.com/office/officeart/2018/2/layout/IconVerticalSolidList"/>
    <dgm:cxn modelId="{187567A9-8D2B-4A43-9694-292224947338}" type="presParOf" srcId="{09FF2927-6A71-4616-83AC-FE5A59A4849E}" destId="{9C727457-AF6D-4027-B7FE-F2575F19DA72}" srcOrd="6" destOrd="0" presId="urn:microsoft.com/office/officeart/2018/2/layout/IconVerticalSolidList"/>
    <dgm:cxn modelId="{C757812C-8B8C-42DA-BB4D-BDD6B6DB3D74}" type="presParOf" srcId="{9C727457-AF6D-4027-B7FE-F2575F19DA72}" destId="{2DA72E12-F5B7-46B0-B071-1C7D09B5C4E4}" srcOrd="0" destOrd="0" presId="urn:microsoft.com/office/officeart/2018/2/layout/IconVerticalSolidList"/>
    <dgm:cxn modelId="{B9669466-15B4-4CFB-84E5-116F42224AAF}" type="presParOf" srcId="{9C727457-AF6D-4027-B7FE-F2575F19DA72}" destId="{61C67A7A-2096-4290-A126-53124C8E28E0}" srcOrd="1" destOrd="0" presId="urn:microsoft.com/office/officeart/2018/2/layout/IconVerticalSolidList"/>
    <dgm:cxn modelId="{5FFF567F-28E5-4A25-A4AA-CAA024F359BD}" type="presParOf" srcId="{9C727457-AF6D-4027-B7FE-F2575F19DA72}" destId="{5BCDDBEA-F935-471F-BB35-0E502CE52DFD}" srcOrd="2" destOrd="0" presId="urn:microsoft.com/office/officeart/2018/2/layout/IconVerticalSolidList"/>
    <dgm:cxn modelId="{62A145AD-C3D9-4F84-86B3-D4E8D4B5F6D2}" type="presParOf" srcId="{9C727457-AF6D-4027-B7FE-F2575F19DA72}" destId="{DF4B9D39-4C8E-4E45-AB49-650C652C15E2}" srcOrd="3" destOrd="0" presId="urn:microsoft.com/office/officeart/2018/2/layout/IconVerticalSolidList"/>
    <dgm:cxn modelId="{C7908FD3-DC58-43DE-92E0-F197BF41DD29}" type="presParOf" srcId="{09FF2927-6A71-4616-83AC-FE5A59A4849E}" destId="{A488809D-3A62-42E5-A683-98D145FB8FED}" srcOrd="7" destOrd="0" presId="urn:microsoft.com/office/officeart/2018/2/layout/IconVerticalSolidList"/>
    <dgm:cxn modelId="{943F8FC9-E16D-4082-A90A-8F6350040E9A}" type="presParOf" srcId="{09FF2927-6A71-4616-83AC-FE5A59A4849E}" destId="{6F56AD14-4ED0-4518-9237-3445F10A4522}" srcOrd="8" destOrd="0" presId="urn:microsoft.com/office/officeart/2018/2/layout/IconVerticalSolidList"/>
    <dgm:cxn modelId="{6BB3B65E-D107-4680-B712-2D65D3380727}" type="presParOf" srcId="{6F56AD14-4ED0-4518-9237-3445F10A4522}" destId="{59E656D4-BAEE-4E37-9F4A-78B7A69960BB}" srcOrd="0" destOrd="0" presId="urn:microsoft.com/office/officeart/2018/2/layout/IconVerticalSolidList"/>
    <dgm:cxn modelId="{1A3C02D6-48A0-4DF5-AAAC-DE910841D9E4}" type="presParOf" srcId="{6F56AD14-4ED0-4518-9237-3445F10A4522}" destId="{BE3B6A58-FD06-4C69-9186-2018753DBCAB}" srcOrd="1" destOrd="0" presId="urn:microsoft.com/office/officeart/2018/2/layout/IconVerticalSolidList"/>
    <dgm:cxn modelId="{CB8B3E26-47AB-4345-B9B2-5D386CFAB263}" type="presParOf" srcId="{6F56AD14-4ED0-4518-9237-3445F10A4522}" destId="{48CD7C9D-8AD5-43E7-8AA6-09AD1997CD40}" srcOrd="2" destOrd="0" presId="urn:microsoft.com/office/officeart/2018/2/layout/IconVerticalSolidList"/>
    <dgm:cxn modelId="{BCDEA404-E70C-46BA-81C6-E71CCCE4197E}" type="presParOf" srcId="{6F56AD14-4ED0-4518-9237-3445F10A4522}" destId="{F9042D61-0A37-4269-ABE0-DBF052DF72E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B0381BB-177E-4467-9114-1DDAD74188F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7F9DB0-2E88-4C85-884E-B76A62033C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model.eval</a:t>
          </a:r>
          <a:r>
            <a:rPr lang="en-US" dirty="0"/>
            <a:t>() switches to inference behavior.</a:t>
          </a:r>
        </a:p>
      </dgm:t>
    </dgm:pt>
    <dgm:pt modelId="{07D8ABCD-3B7E-4DC6-A5D4-94B83F21F6D5}" type="parTrans" cxnId="{62B436AD-D7FE-4A33-B0AF-CCD8782BAA91}">
      <dgm:prSet/>
      <dgm:spPr/>
      <dgm:t>
        <a:bodyPr/>
        <a:lstStyle/>
        <a:p>
          <a:endParaRPr lang="en-US"/>
        </a:p>
      </dgm:t>
    </dgm:pt>
    <dgm:pt modelId="{BC252B35-421C-4017-B93C-AAF8BFF65808}" type="sibTrans" cxnId="{62B436AD-D7FE-4A33-B0AF-CCD8782BAA91}">
      <dgm:prSet/>
      <dgm:spPr/>
      <dgm:t>
        <a:bodyPr/>
        <a:lstStyle/>
        <a:p>
          <a:endParaRPr lang="en-US"/>
        </a:p>
      </dgm:t>
    </dgm:pt>
    <dgm:pt modelId="{5472C145-B7A0-4975-B942-C5D80CB4F0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torch.no_grad</a:t>
          </a:r>
          <a:r>
            <a:rPr lang="en-US" dirty="0"/>
            <a:t>() disables gradient tracking (faster, less memory).</a:t>
          </a:r>
        </a:p>
      </dgm:t>
    </dgm:pt>
    <dgm:pt modelId="{666A92A9-C54F-4054-9523-3FC036038BA3}" type="parTrans" cxnId="{C44B5786-0B05-4A60-A935-A98CE030EF19}">
      <dgm:prSet/>
      <dgm:spPr/>
      <dgm:t>
        <a:bodyPr/>
        <a:lstStyle/>
        <a:p>
          <a:endParaRPr lang="en-US"/>
        </a:p>
      </dgm:t>
    </dgm:pt>
    <dgm:pt modelId="{50E67BD4-E667-4A49-920D-D28BA4669C8A}" type="sibTrans" cxnId="{C44B5786-0B05-4A60-A935-A98CE030EF19}">
      <dgm:prSet/>
      <dgm:spPr/>
      <dgm:t>
        <a:bodyPr/>
        <a:lstStyle/>
        <a:p>
          <a:endParaRPr lang="en-US"/>
        </a:p>
      </dgm:t>
    </dgm:pt>
    <dgm:pt modelId="{E62DD91B-820C-4216-AD69-4E22E473FF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Predictions collected from </a:t>
          </a:r>
          <a:r>
            <a:rPr lang="en-US" dirty="0" err="1"/>
            <a:t>test_loader</a:t>
          </a:r>
          <a:r>
            <a:rPr lang="en-US" dirty="0"/>
            <a:t>.</a:t>
          </a:r>
        </a:p>
      </dgm:t>
    </dgm:pt>
    <dgm:pt modelId="{9B77183E-E7D5-4CF8-9A3E-EA07EFD198DD}" type="parTrans" cxnId="{7D7CBDCE-4832-4467-BF57-E315F6BA415E}">
      <dgm:prSet/>
      <dgm:spPr/>
      <dgm:t>
        <a:bodyPr/>
        <a:lstStyle/>
        <a:p>
          <a:endParaRPr lang="en-US"/>
        </a:p>
      </dgm:t>
    </dgm:pt>
    <dgm:pt modelId="{12D9D5AE-FF04-466A-8461-AFD568E16EF1}" type="sibTrans" cxnId="{7D7CBDCE-4832-4467-BF57-E315F6BA415E}">
      <dgm:prSet/>
      <dgm:spPr/>
      <dgm:t>
        <a:bodyPr/>
        <a:lstStyle/>
        <a:p>
          <a:endParaRPr lang="en-US"/>
        </a:p>
      </dgm:t>
    </dgm:pt>
    <dgm:pt modelId="{FE511956-8094-43F8-9B6C-9B80716BCA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Denormalize</a:t>
          </a:r>
          <a:r>
            <a:rPr lang="en-US" dirty="0"/>
            <a:t> </a:t>
          </a:r>
          <a:r>
            <a:rPr lang="en-US" dirty="0" err="1"/>
            <a:t>y_pred</a:t>
          </a:r>
          <a:r>
            <a:rPr lang="en-US" dirty="0"/>
            <a:t> and </a:t>
          </a:r>
          <a:r>
            <a:rPr lang="en-US" dirty="0" err="1"/>
            <a:t>y_true</a:t>
          </a:r>
          <a:r>
            <a:rPr lang="en-US" dirty="0"/>
            <a:t> for real-scale comparison.</a:t>
          </a:r>
        </a:p>
      </dgm:t>
    </dgm:pt>
    <dgm:pt modelId="{F04F90AF-D29E-4F5E-9AAA-997CA2954D69}" type="parTrans" cxnId="{139E51D1-FEC4-45F4-B488-43380B0221B9}">
      <dgm:prSet/>
      <dgm:spPr/>
      <dgm:t>
        <a:bodyPr/>
        <a:lstStyle/>
        <a:p>
          <a:endParaRPr lang="en-US"/>
        </a:p>
      </dgm:t>
    </dgm:pt>
    <dgm:pt modelId="{3BCA7853-383A-4AF6-8188-1A8E26EA278A}" type="sibTrans" cxnId="{139E51D1-FEC4-45F4-B488-43380B0221B9}">
      <dgm:prSet/>
      <dgm:spPr/>
      <dgm:t>
        <a:bodyPr/>
        <a:lstStyle/>
        <a:p>
          <a:endParaRPr lang="en-US"/>
        </a:p>
      </dgm:t>
    </dgm:pt>
    <dgm:pt modelId="{9C52A26D-EA07-4607-91DE-9D44AFC14517}" type="pres">
      <dgm:prSet presAssocID="{8B0381BB-177E-4467-9114-1DDAD74188F9}" presName="root" presStyleCnt="0">
        <dgm:presLayoutVars>
          <dgm:dir/>
          <dgm:resizeHandles val="exact"/>
        </dgm:presLayoutVars>
      </dgm:prSet>
      <dgm:spPr/>
    </dgm:pt>
    <dgm:pt modelId="{07C0F5A6-498A-45EE-BEB0-9D654812337F}" type="pres">
      <dgm:prSet presAssocID="{5A7F9DB0-2E88-4C85-884E-B76A62033C25}" presName="compNode" presStyleCnt="0"/>
      <dgm:spPr/>
    </dgm:pt>
    <dgm:pt modelId="{7B328C99-3888-41DB-8FAE-06C67F84FA0E}" type="pres">
      <dgm:prSet presAssocID="{5A7F9DB0-2E88-4C85-884E-B76A62033C25}" presName="iconRect" presStyleLbl="node1" presStyleIdx="0" presStyleCnt="4" custLinFactNeighborX="-7876" custLinFactNeighborY="-9164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D5E4FBE2-A8C1-485B-B80C-5F9C72B44CA0}" type="pres">
      <dgm:prSet presAssocID="{5A7F9DB0-2E88-4C85-884E-B76A62033C25}" presName="spaceRect" presStyleCnt="0"/>
      <dgm:spPr/>
    </dgm:pt>
    <dgm:pt modelId="{B47BE813-71C5-49A2-8AF6-DBE3F791B0E5}" type="pres">
      <dgm:prSet presAssocID="{5A7F9DB0-2E88-4C85-884E-B76A62033C25}" presName="textRect" presStyleLbl="revTx" presStyleIdx="0" presStyleCnt="4" custLinFactY="-35411" custLinFactNeighborX="1476" custLinFactNeighborY="-100000">
        <dgm:presLayoutVars>
          <dgm:chMax val="1"/>
          <dgm:chPref val="1"/>
        </dgm:presLayoutVars>
      </dgm:prSet>
      <dgm:spPr/>
    </dgm:pt>
    <dgm:pt modelId="{B76E4A9F-BE56-48DE-94C1-82013BF96775}" type="pres">
      <dgm:prSet presAssocID="{BC252B35-421C-4017-B93C-AAF8BFF65808}" presName="sibTrans" presStyleCnt="0"/>
      <dgm:spPr/>
    </dgm:pt>
    <dgm:pt modelId="{55FFD99F-48B4-4781-B771-49C47303536E}" type="pres">
      <dgm:prSet presAssocID="{5472C145-B7A0-4975-B942-C5D80CB4F065}" presName="compNode" presStyleCnt="0"/>
      <dgm:spPr/>
    </dgm:pt>
    <dgm:pt modelId="{63637C02-6F14-46A6-9BC9-A8FAE39DE49E}" type="pres">
      <dgm:prSet presAssocID="{5472C145-B7A0-4975-B942-C5D80CB4F065}" presName="iconRect" presStyleLbl="node1" presStyleIdx="1" presStyleCnt="4" custLinFactNeighborX="-2625" custLinFactNeighborY="-9560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F9F0208-724C-45B2-9B27-C41C168C231C}" type="pres">
      <dgm:prSet presAssocID="{5472C145-B7A0-4975-B942-C5D80CB4F065}" presName="spaceRect" presStyleCnt="0"/>
      <dgm:spPr/>
    </dgm:pt>
    <dgm:pt modelId="{A21D0754-DAD7-458B-AB5C-BCEB4AD2BEA5}" type="pres">
      <dgm:prSet presAssocID="{5472C145-B7A0-4975-B942-C5D80CB4F065}" presName="textRect" presStyleLbl="revTx" presStyleIdx="1" presStyleCnt="4" custLinFactY="-35411" custLinFactNeighborX="-1477" custLinFactNeighborY="-100000">
        <dgm:presLayoutVars>
          <dgm:chMax val="1"/>
          <dgm:chPref val="1"/>
        </dgm:presLayoutVars>
      </dgm:prSet>
      <dgm:spPr/>
    </dgm:pt>
    <dgm:pt modelId="{1398C6E9-8C2C-4E53-A9CC-CF3AEED0A56D}" type="pres">
      <dgm:prSet presAssocID="{50E67BD4-E667-4A49-920D-D28BA4669C8A}" presName="sibTrans" presStyleCnt="0"/>
      <dgm:spPr/>
    </dgm:pt>
    <dgm:pt modelId="{8BC07C57-F1DE-4B9C-AB4E-04134851A74F}" type="pres">
      <dgm:prSet presAssocID="{E62DD91B-820C-4216-AD69-4E22E473FFD2}" presName="compNode" presStyleCnt="0"/>
      <dgm:spPr/>
    </dgm:pt>
    <dgm:pt modelId="{C439787B-B64D-4B4B-8B42-CDD8D92A4127}" type="pres">
      <dgm:prSet presAssocID="{E62DD91B-820C-4216-AD69-4E22E473FFD2}" presName="iconRect" presStyleLbl="node1" presStyleIdx="2" presStyleCnt="4" custLinFactY="-8705" custLinFactNeighborX="3282" custLinFactNeighborY="-10000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0147C3B-C66C-4E1C-9C06-3B5D78152B82}" type="pres">
      <dgm:prSet presAssocID="{E62DD91B-820C-4216-AD69-4E22E473FFD2}" presName="spaceRect" presStyleCnt="0"/>
      <dgm:spPr/>
    </dgm:pt>
    <dgm:pt modelId="{3B9A6FB1-B367-4AA7-8457-F690A96C600E}" type="pres">
      <dgm:prSet presAssocID="{E62DD91B-820C-4216-AD69-4E22E473FFD2}" presName="textRect" presStyleLbl="revTx" presStyleIdx="2" presStyleCnt="4" custLinFactY="-35411" custLinFactNeighborX="-591" custLinFactNeighborY="-100000">
        <dgm:presLayoutVars>
          <dgm:chMax val="1"/>
          <dgm:chPref val="1"/>
        </dgm:presLayoutVars>
      </dgm:prSet>
      <dgm:spPr/>
    </dgm:pt>
    <dgm:pt modelId="{1C38CD16-5EAB-403A-8F35-92C8B91A97D4}" type="pres">
      <dgm:prSet presAssocID="{12D9D5AE-FF04-466A-8461-AFD568E16EF1}" presName="sibTrans" presStyleCnt="0"/>
      <dgm:spPr/>
    </dgm:pt>
    <dgm:pt modelId="{4A4D5BFC-22CF-47E7-A0D5-30697F9C56D5}" type="pres">
      <dgm:prSet presAssocID="{FE511956-8094-43F8-9B6C-9B80716BCA72}" presName="compNode" presStyleCnt="0"/>
      <dgm:spPr/>
    </dgm:pt>
    <dgm:pt modelId="{D5EAA11B-A335-4947-ABF1-7AF01D7FF24F}" type="pres">
      <dgm:prSet presAssocID="{FE511956-8094-43F8-9B6C-9B80716BCA72}" presName="iconRect" presStyleLbl="node1" presStyleIdx="3" presStyleCnt="4" custLinFactY="-2121" custLinFactNeighborX="-9188" custLinFactNeighborY="-10000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2E45A0F4-3DE5-4F7F-8FFF-2F007CDFB305}" type="pres">
      <dgm:prSet presAssocID="{FE511956-8094-43F8-9B6C-9B80716BCA72}" presName="spaceRect" presStyleCnt="0"/>
      <dgm:spPr/>
    </dgm:pt>
    <dgm:pt modelId="{48CA71B1-0B87-46A7-8FEB-618B309F3DD6}" type="pres">
      <dgm:prSet presAssocID="{FE511956-8094-43F8-9B6C-9B80716BCA72}" presName="textRect" presStyleLbl="revTx" presStyleIdx="3" presStyleCnt="4" custLinFactY="-43983" custLinFactNeighborX="-342" custLinFactNeighborY="-100000">
        <dgm:presLayoutVars>
          <dgm:chMax val="1"/>
          <dgm:chPref val="1"/>
        </dgm:presLayoutVars>
      </dgm:prSet>
      <dgm:spPr/>
    </dgm:pt>
  </dgm:ptLst>
  <dgm:cxnLst>
    <dgm:cxn modelId="{899FEA3D-C550-4D7E-AF22-E70C9F30B15C}" type="presOf" srcId="{8B0381BB-177E-4467-9114-1DDAD74188F9}" destId="{9C52A26D-EA07-4607-91DE-9D44AFC14517}" srcOrd="0" destOrd="0" presId="urn:microsoft.com/office/officeart/2018/2/layout/IconLabelList"/>
    <dgm:cxn modelId="{8AD3A382-C433-4463-BED6-E28A046CC206}" type="presOf" srcId="{5A7F9DB0-2E88-4C85-884E-B76A62033C25}" destId="{B47BE813-71C5-49A2-8AF6-DBE3F791B0E5}" srcOrd="0" destOrd="0" presId="urn:microsoft.com/office/officeart/2018/2/layout/IconLabelList"/>
    <dgm:cxn modelId="{C44B5786-0B05-4A60-A935-A98CE030EF19}" srcId="{8B0381BB-177E-4467-9114-1DDAD74188F9}" destId="{5472C145-B7A0-4975-B942-C5D80CB4F065}" srcOrd="1" destOrd="0" parTransId="{666A92A9-C54F-4054-9523-3FC036038BA3}" sibTransId="{50E67BD4-E667-4A49-920D-D28BA4669C8A}"/>
    <dgm:cxn modelId="{31575399-2D0E-4D10-AD1B-5A37FC11B3AB}" type="presOf" srcId="{FE511956-8094-43F8-9B6C-9B80716BCA72}" destId="{48CA71B1-0B87-46A7-8FEB-618B309F3DD6}" srcOrd="0" destOrd="0" presId="urn:microsoft.com/office/officeart/2018/2/layout/IconLabelList"/>
    <dgm:cxn modelId="{62B436AD-D7FE-4A33-B0AF-CCD8782BAA91}" srcId="{8B0381BB-177E-4467-9114-1DDAD74188F9}" destId="{5A7F9DB0-2E88-4C85-884E-B76A62033C25}" srcOrd="0" destOrd="0" parTransId="{07D8ABCD-3B7E-4DC6-A5D4-94B83F21F6D5}" sibTransId="{BC252B35-421C-4017-B93C-AAF8BFF65808}"/>
    <dgm:cxn modelId="{AD0D72C2-87FE-4DC2-A020-8D456B8BAA64}" type="presOf" srcId="{5472C145-B7A0-4975-B942-C5D80CB4F065}" destId="{A21D0754-DAD7-458B-AB5C-BCEB4AD2BEA5}" srcOrd="0" destOrd="0" presId="urn:microsoft.com/office/officeart/2018/2/layout/IconLabelList"/>
    <dgm:cxn modelId="{7D7CBDCE-4832-4467-BF57-E315F6BA415E}" srcId="{8B0381BB-177E-4467-9114-1DDAD74188F9}" destId="{E62DD91B-820C-4216-AD69-4E22E473FFD2}" srcOrd="2" destOrd="0" parTransId="{9B77183E-E7D5-4CF8-9A3E-EA07EFD198DD}" sibTransId="{12D9D5AE-FF04-466A-8461-AFD568E16EF1}"/>
    <dgm:cxn modelId="{139E51D1-FEC4-45F4-B488-43380B0221B9}" srcId="{8B0381BB-177E-4467-9114-1DDAD74188F9}" destId="{FE511956-8094-43F8-9B6C-9B80716BCA72}" srcOrd="3" destOrd="0" parTransId="{F04F90AF-D29E-4F5E-9AAA-997CA2954D69}" sibTransId="{3BCA7853-383A-4AF6-8188-1A8E26EA278A}"/>
    <dgm:cxn modelId="{6CB1B2FA-D573-4A09-8929-0ABB523B4438}" type="presOf" srcId="{E62DD91B-820C-4216-AD69-4E22E473FFD2}" destId="{3B9A6FB1-B367-4AA7-8457-F690A96C600E}" srcOrd="0" destOrd="0" presId="urn:microsoft.com/office/officeart/2018/2/layout/IconLabelList"/>
    <dgm:cxn modelId="{1B50453D-9495-41EA-B424-A5A5E5D44900}" type="presParOf" srcId="{9C52A26D-EA07-4607-91DE-9D44AFC14517}" destId="{07C0F5A6-498A-45EE-BEB0-9D654812337F}" srcOrd="0" destOrd="0" presId="urn:microsoft.com/office/officeart/2018/2/layout/IconLabelList"/>
    <dgm:cxn modelId="{C216B748-A6DE-4C17-987F-109273FB367C}" type="presParOf" srcId="{07C0F5A6-498A-45EE-BEB0-9D654812337F}" destId="{7B328C99-3888-41DB-8FAE-06C67F84FA0E}" srcOrd="0" destOrd="0" presId="urn:microsoft.com/office/officeart/2018/2/layout/IconLabelList"/>
    <dgm:cxn modelId="{C95CBF57-09EF-4C08-81E1-26E41F3939D1}" type="presParOf" srcId="{07C0F5A6-498A-45EE-BEB0-9D654812337F}" destId="{D5E4FBE2-A8C1-485B-B80C-5F9C72B44CA0}" srcOrd="1" destOrd="0" presId="urn:microsoft.com/office/officeart/2018/2/layout/IconLabelList"/>
    <dgm:cxn modelId="{E148CDF3-32E9-4196-BFE9-01C88B5661B5}" type="presParOf" srcId="{07C0F5A6-498A-45EE-BEB0-9D654812337F}" destId="{B47BE813-71C5-49A2-8AF6-DBE3F791B0E5}" srcOrd="2" destOrd="0" presId="urn:microsoft.com/office/officeart/2018/2/layout/IconLabelList"/>
    <dgm:cxn modelId="{64D499FA-2075-4AB9-A1D4-7E1A57B37CDC}" type="presParOf" srcId="{9C52A26D-EA07-4607-91DE-9D44AFC14517}" destId="{B76E4A9F-BE56-48DE-94C1-82013BF96775}" srcOrd="1" destOrd="0" presId="urn:microsoft.com/office/officeart/2018/2/layout/IconLabelList"/>
    <dgm:cxn modelId="{6A36CD7B-B3F5-4013-AB47-69338AC50CDD}" type="presParOf" srcId="{9C52A26D-EA07-4607-91DE-9D44AFC14517}" destId="{55FFD99F-48B4-4781-B771-49C47303536E}" srcOrd="2" destOrd="0" presId="urn:microsoft.com/office/officeart/2018/2/layout/IconLabelList"/>
    <dgm:cxn modelId="{E1CE1E9A-B237-4486-B144-F4ED3CD1542A}" type="presParOf" srcId="{55FFD99F-48B4-4781-B771-49C47303536E}" destId="{63637C02-6F14-46A6-9BC9-A8FAE39DE49E}" srcOrd="0" destOrd="0" presId="urn:microsoft.com/office/officeart/2018/2/layout/IconLabelList"/>
    <dgm:cxn modelId="{FCC317F3-EDCC-4E09-AB53-76D02455F822}" type="presParOf" srcId="{55FFD99F-48B4-4781-B771-49C47303536E}" destId="{2F9F0208-724C-45B2-9B27-C41C168C231C}" srcOrd="1" destOrd="0" presId="urn:microsoft.com/office/officeart/2018/2/layout/IconLabelList"/>
    <dgm:cxn modelId="{4AB44A08-9109-483F-8CFD-E40D64217203}" type="presParOf" srcId="{55FFD99F-48B4-4781-B771-49C47303536E}" destId="{A21D0754-DAD7-458B-AB5C-BCEB4AD2BEA5}" srcOrd="2" destOrd="0" presId="urn:microsoft.com/office/officeart/2018/2/layout/IconLabelList"/>
    <dgm:cxn modelId="{2D2FB350-CD43-4446-8F71-81BB7F583BF4}" type="presParOf" srcId="{9C52A26D-EA07-4607-91DE-9D44AFC14517}" destId="{1398C6E9-8C2C-4E53-A9CC-CF3AEED0A56D}" srcOrd="3" destOrd="0" presId="urn:microsoft.com/office/officeart/2018/2/layout/IconLabelList"/>
    <dgm:cxn modelId="{FCAD286F-5DA1-4E72-955B-52763C2CDACA}" type="presParOf" srcId="{9C52A26D-EA07-4607-91DE-9D44AFC14517}" destId="{8BC07C57-F1DE-4B9C-AB4E-04134851A74F}" srcOrd="4" destOrd="0" presId="urn:microsoft.com/office/officeart/2018/2/layout/IconLabelList"/>
    <dgm:cxn modelId="{C911B7D1-F3DC-4D09-B26F-57EC97AA9809}" type="presParOf" srcId="{8BC07C57-F1DE-4B9C-AB4E-04134851A74F}" destId="{C439787B-B64D-4B4B-8B42-CDD8D92A4127}" srcOrd="0" destOrd="0" presId="urn:microsoft.com/office/officeart/2018/2/layout/IconLabelList"/>
    <dgm:cxn modelId="{2839BDC5-B111-4EAA-A060-7CA6C79A7EFD}" type="presParOf" srcId="{8BC07C57-F1DE-4B9C-AB4E-04134851A74F}" destId="{30147C3B-C66C-4E1C-9C06-3B5D78152B82}" srcOrd="1" destOrd="0" presId="urn:microsoft.com/office/officeart/2018/2/layout/IconLabelList"/>
    <dgm:cxn modelId="{AF4547C4-E73E-4386-B9A2-ABAB24C6EAFA}" type="presParOf" srcId="{8BC07C57-F1DE-4B9C-AB4E-04134851A74F}" destId="{3B9A6FB1-B367-4AA7-8457-F690A96C600E}" srcOrd="2" destOrd="0" presId="urn:microsoft.com/office/officeart/2018/2/layout/IconLabelList"/>
    <dgm:cxn modelId="{E16F7F9B-797D-47EA-86A0-D04A37E0EF2F}" type="presParOf" srcId="{9C52A26D-EA07-4607-91DE-9D44AFC14517}" destId="{1C38CD16-5EAB-403A-8F35-92C8B91A97D4}" srcOrd="5" destOrd="0" presId="urn:microsoft.com/office/officeart/2018/2/layout/IconLabelList"/>
    <dgm:cxn modelId="{805E949F-3668-4F74-BCB0-5F50A4F22CB3}" type="presParOf" srcId="{9C52A26D-EA07-4607-91DE-9D44AFC14517}" destId="{4A4D5BFC-22CF-47E7-A0D5-30697F9C56D5}" srcOrd="6" destOrd="0" presId="urn:microsoft.com/office/officeart/2018/2/layout/IconLabelList"/>
    <dgm:cxn modelId="{1E4B7D45-F53D-4DE4-B669-910B4F40196C}" type="presParOf" srcId="{4A4D5BFC-22CF-47E7-A0D5-30697F9C56D5}" destId="{D5EAA11B-A335-4947-ABF1-7AF01D7FF24F}" srcOrd="0" destOrd="0" presId="urn:microsoft.com/office/officeart/2018/2/layout/IconLabelList"/>
    <dgm:cxn modelId="{24D67479-12FF-4BCC-B6F8-14C8C5C3BAE9}" type="presParOf" srcId="{4A4D5BFC-22CF-47E7-A0D5-30697F9C56D5}" destId="{2E45A0F4-3DE5-4F7F-8FFF-2F007CDFB305}" srcOrd="1" destOrd="0" presId="urn:microsoft.com/office/officeart/2018/2/layout/IconLabelList"/>
    <dgm:cxn modelId="{6E8CC7E7-F9F8-4211-B848-539CABE5F98F}" type="presParOf" srcId="{4A4D5BFC-22CF-47E7-A0D5-30697F9C56D5}" destId="{48CA71B1-0B87-46A7-8FEB-618B309F3DD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58DB2D9-E0D8-4283-9754-6C52FB4F0DF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ACC0FDF-E0AE-4A2E-91E0-77AB5DE13470}">
      <dgm:prSet/>
      <dgm:spPr/>
      <dgm:t>
        <a:bodyPr/>
        <a:lstStyle/>
        <a:p>
          <a:r>
            <a:rPr lang="en-US"/>
            <a:t>Pipeline successfully built: preprocessing -&gt; training -&gt; tuning -&gt; evaluation.</a:t>
          </a:r>
        </a:p>
      </dgm:t>
    </dgm:pt>
    <dgm:pt modelId="{E6F5E8F3-73C0-4A08-95CD-8A1B00D4F068}" type="parTrans" cxnId="{0EE2CF37-FBE2-4333-BF1A-4DA178F60CCE}">
      <dgm:prSet/>
      <dgm:spPr/>
      <dgm:t>
        <a:bodyPr/>
        <a:lstStyle/>
        <a:p>
          <a:endParaRPr lang="en-US"/>
        </a:p>
      </dgm:t>
    </dgm:pt>
    <dgm:pt modelId="{6512E09B-1771-4B83-AC9C-4681F4E97615}" type="sibTrans" cxnId="{0EE2CF37-FBE2-4333-BF1A-4DA178F60CCE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5AE5F7A9-EEAB-4EFF-9513-AEB146BA7F43}">
      <dgm:prSet/>
      <dgm:spPr/>
      <dgm:t>
        <a:bodyPr/>
        <a:lstStyle/>
        <a:p>
          <a:r>
            <a:rPr lang="en-US"/>
            <a:t>Model predicts insurance charges as a continuous output.</a:t>
          </a:r>
        </a:p>
      </dgm:t>
    </dgm:pt>
    <dgm:pt modelId="{595DA46A-31B9-4ACA-9187-FE8AEB669F2E}" type="parTrans" cxnId="{BE2857F8-4591-464D-ABE1-F1FBEE819F91}">
      <dgm:prSet/>
      <dgm:spPr/>
      <dgm:t>
        <a:bodyPr/>
        <a:lstStyle/>
        <a:p>
          <a:endParaRPr lang="en-US"/>
        </a:p>
      </dgm:t>
    </dgm:pt>
    <dgm:pt modelId="{F9C26C3A-6079-470E-8E29-D74E8F3E40C3}" type="sibTrans" cxnId="{BE2857F8-4591-464D-ABE1-F1FBEE819F91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BCF4AEB4-2670-4187-AD0A-BFD9237AF352}">
      <dgm:prSet/>
      <dgm:spPr/>
      <dgm:t>
        <a:bodyPr/>
        <a:lstStyle/>
        <a:p>
          <a:r>
            <a:rPr lang="en-US"/>
            <a:t>Key best practice: fit scalers only on training data.</a:t>
          </a:r>
        </a:p>
      </dgm:t>
    </dgm:pt>
    <dgm:pt modelId="{FD47CE93-2A6D-4777-8E5A-A13ED9910B6D}" type="parTrans" cxnId="{8776C60D-84EC-417A-BBB5-E94F5FA7F731}">
      <dgm:prSet/>
      <dgm:spPr/>
      <dgm:t>
        <a:bodyPr/>
        <a:lstStyle/>
        <a:p>
          <a:endParaRPr lang="en-US"/>
        </a:p>
      </dgm:t>
    </dgm:pt>
    <dgm:pt modelId="{E88364C1-8CCF-4549-A91F-A02F2D199397}" type="sibTrans" cxnId="{8776C60D-84EC-417A-BBB5-E94F5FA7F731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B1601BC8-57FD-409B-B9E4-2522841A7CCC}">
      <dgm:prSet/>
      <dgm:spPr/>
      <dgm:t>
        <a:bodyPr/>
        <a:lstStyle/>
        <a:p>
          <a:r>
            <a:rPr lang="en-US"/>
            <a:t>Potential improvements: MAE/RMSE metrics, early stopping, residual analysis, checkpoint with hparams.</a:t>
          </a:r>
        </a:p>
      </dgm:t>
    </dgm:pt>
    <dgm:pt modelId="{2E39F9BD-FAA8-47F4-A688-0D2591CB5050}" type="parTrans" cxnId="{85ACFFC3-D1A4-4953-8303-4917F3100B8A}">
      <dgm:prSet/>
      <dgm:spPr/>
      <dgm:t>
        <a:bodyPr/>
        <a:lstStyle/>
        <a:p>
          <a:endParaRPr lang="en-US"/>
        </a:p>
      </dgm:t>
    </dgm:pt>
    <dgm:pt modelId="{A5DD07D6-2799-46CC-AAF7-ACE5E76E3A13}" type="sibTrans" cxnId="{85ACFFC3-D1A4-4953-8303-4917F3100B8A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C3AB3019-230B-406A-A850-4D0FFE355BCE}" type="pres">
      <dgm:prSet presAssocID="{458DB2D9-E0D8-4283-9754-6C52FB4F0DF3}" presName="Name0" presStyleCnt="0">
        <dgm:presLayoutVars>
          <dgm:animLvl val="lvl"/>
          <dgm:resizeHandles val="exact"/>
        </dgm:presLayoutVars>
      </dgm:prSet>
      <dgm:spPr/>
    </dgm:pt>
    <dgm:pt modelId="{6540BBD5-57EF-4D5F-9094-082E99DE78E9}" type="pres">
      <dgm:prSet presAssocID="{6ACC0FDF-E0AE-4A2E-91E0-77AB5DE13470}" presName="compositeNode" presStyleCnt="0">
        <dgm:presLayoutVars>
          <dgm:bulletEnabled val="1"/>
        </dgm:presLayoutVars>
      </dgm:prSet>
      <dgm:spPr/>
    </dgm:pt>
    <dgm:pt modelId="{B4B8EC92-3A29-4B22-85B0-82593A524D9D}" type="pres">
      <dgm:prSet presAssocID="{6ACC0FDF-E0AE-4A2E-91E0-77AB5DE13470}" presName="bgRect" presStyleLbl="bgAccFollowNode1" presStyleIdx="0" presStyleCnt="4"/>
      <dgm:spPr/>
    </dgm:pt>
    <dgm:pt modelId="{1AEDC6CB-ED89-4A2A-86D6-2B6B9B67DEA6}" type="pres">
      <dgm:prSet presAssocID="{6512E09B-1771-4B83-AC9C-4681F4E97615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AC0BC741-3D2A-4CB9-8F6D-3BC1AFA5EF1D}" type="pres">
      <dgm:prSet presAssocID="{6ACC0FDF-E0AE-4A2E-91E0-77AB5DE13470}" presName="bottomLine" presStyleLbl="alignNode1" presStyleIdx="1" presStyleCnt="8">
        <dgm:presLayoutVars/>
      </dgm:prSet>
      <dgm:spPr/>
    </dgm:pt>
    <dgm:pt modelId="{174E767C-C60A-48E8-A3C0-EA2686BF3589}" type="pres">
      <dgm:prSet presAssocID="{6ACC0FDF-E0AE-4A2E-91E0-77AB5DE13470}" presName="nodeText" presStyleLbl="bgAccFollowNode1" presStyleIdx="0" presStyleCnt="4">
        <dgm:presLayoutVars>
          <dgm:bulletEnabled val="1"/>
        </dgm:presLayoutVars>
      </dgm:prSet>
      <dgm:spPr/>
    </dgm:pt>
    <dgm:pt modelId="{6BF6E9B6-BD87-4DC6-BABE-7722FFD159F7}" type="pres">
      <dgm:prSet presAssocID="{6512E09B-1771-4B83-AC9C-4681F4E97615}" presName="sibTrans" presStyleCnt="0"/>
      <dgm:spPr/>
    </dgm:pt>
    <dgm:pt modelId="{187898D4-BFE8-4532-81CD-EF8AFDB4D6C9}" type="pres">
      <dgm:prSet presAssocID="{5AE5F7A9-EEAB-4EFF-9513-AEB146BA7F43}" presName="compositeNode" presStyleCnt="0">
        <dgm:presLayoutVars>
          <dgm:bulletEnabled val="1"/>
        </dgm:presLayoutVars>
      </dgm:prSet>
      <dgm:spPr/>
    </dgm:pt>
    <dgm:pt modelId="{A7428BB7-3783-4FED-AA79-763190273F74}" type="pres">
      <dgm:prSet presAssocID="{5AE5F7A9-EEAB-4EFF-9513-AEB146BA7F43}" presName="bgRect" presStyleLbl="bgAccFollowNode1" presStyleIdx="1" presStyleCnt="4"/>
      <dgm:spPr/>
    </dgm:pt>
    <dgm:pt modelId="{6FE15B79-0E18-47FA-B594-0ED453ACA208}" type="pres">
      <dgm:prSet presAssocID="{F9C26C3A-6079-470E-8E29-D74E8F3E40C3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731FC148-ADAF-4442-87B7-B25DCB91AFF2}" type="pres">
      <dgm:prSet presAssocID="{5AE5F7A9-EEAB-4EFF-9513-AEB146BA7F43}" presName="bottomLine" presStyleLbl="alignNode1" presStyleIdx="3" presStyleCnt="8">
        <dgm:presLayoutVars/>
      </dgm:prSet>
      <dgm:spPr/>
    </dgm:pt>
    <dgm:pt modelId="{1FEBE593-0EFC-4A56-A65C-8EABA2D4BAD0}" type="pres">
      <dgm:prSet presAssocID="{5AE5F7A9-EEAB-4EFF-9513-AEB146BA7F43}" presName="nodeText" presStyleLbl="bgAccFollowNode1" presStyleIdx="1" presStyleCnt="4">
        <dgm:presLayoutVars>
          <dgm:bulletEnabled val="1"/>
        </dgm:presLayoutVars>
      </dgm:prSet>
      <dgm:spPr/>
    </dgm:pt>
    <dgm:pt modelId="{68269CA0-9AA1-44E4-BA73-815AC0F45188}" type="pres">
      <dgm:prSet presAssocID="{F9C26C3A-6079-470E-8E29-D74E8F3E40C3}" presName="sibTrans" presStyleCnt="0"/>
      <dgm:spPr/>
    </dgm:pt>
    <dgm:pt modelId="{1A095042-B7B1-489B-B426-022779927C20}" type="pres">
      <dgm:prSet presAssocID="{BCF4AEB4-2670-4187-AD0A-BFD9237AF352}" presName="compositeNode" presStyleCnt="0">
        <dgm:presLayoutVars>
          <dgm:bulletEnabled val="1"/>
        </dgm:presLayoutVars>
      </dgm:prSet>
      <dgm:spPr/>
    </dgm:pt>
    <dgm:pt modelId="{4CD71613-FE04-462B-9131-01EC507F22FE}" type="pres">
      <dgm:prSet presAssocID="{BCF4AEB4-2670-4187-AD0A-BFD9237AF352}" presName="bgRect" presStyleLbl="bgAccFollowNode1" presStyleIdx="2" presStyleCnt="4"/>
      <dgm:spPr/>
    </dgm:pt>
    <dgm:pt modelId="{63D964E9-E2CB-4556-9C54-19B95F4DDF8D}" type="pres">
      <dgm:prSet presAssocID="{E88364C1-8CCF-4549-A91F-A02F2D199397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2E6AA789-226B-422B-BF4D-81BBD94B56EE}" type="pres">
      <dgm:prSet presAssocID="{BCF4AEB4-2670-4187-AD0A-BFD9237AF352}" presName="bottomLine" presStyleLbl="alignNode1" presStyleIdx="5" presStyleCnt="8">
        <dgm:presLayoutVars/>
      </dgm:prSet>
      <dgm:spPr/>
    </dgm:pt>
    <dgm:pt modelId="{09820553-1ECA-43EA-8027-B6D053CB9C4B}" type="pres">
      <dgm:prSet presAssocID="{BCF4AEB4-2670-4187-AD0A-BFD9237AF352}" presName="nodeText" presStyleLbl="bgAccFollowNode1" presStyleIdx="2" presStyleCnt="4">
        <dgm:presLayoutVars>
          <dgm:bulletEnabled val="1"/>
        </dgm:presLayoutVars>
      </dgm:prSet>
      <dgm:spPr/>
    </dgm:pt>
    <dgm:pt modelId="{56650E30-4E6B-4D23-AEA6-49286EB07C81}" type="pres">
      <dgm:prSet presAssocID="{E88364C1-8CCF-4549-A91F-A02F2D199397}" presName="sibTrans" presStyleCnt="0"/>
      <dgm:spPr/>
    </dgm:pt>
    <dgm:pt modelId="{D6A1D213-1D95-4F9A-AA3D-43457809CE5A}" type="pres">
      <dgm:prSet presAssocID="{B1601BC8-57FD-409B-B9E4-2522841A7CCC}" presName="compositeNode" presStyleCnt="0">
        <dgm:presLayoutVars>
          <dgm:bulletEnabled val="1"/>
        </dgm:presLayoutVars>
      </dgm:prSet>
      <dgm:spPr/>
    </dgm:pt>
    <dgm:pt modelId="{754BB8A2-FD17-4E8D-AC2C-90ACC37CDCD4}" type="pres">
      <dgm:prSet presAssocID="{B1601BC8-57FD-409B-B9E4-2522841A7CCC}" presName="bgRect" presStyleLbl="bgAccFollowNode1" presStyleIdx="3" presStyleCnt="4"/>
      <dgm:spPr/>
    </dgm:pt>
    <dgm:pt modelId="{80E9C095-315C-468C-AD70-E596B5703810}" type="pres">
      <dgm:prSet presAssocID="{A5DD07D6-2799-46CC-AAF7-ACE5E76E3A13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CAA8EA4F-F42A-478B-869F-139125283DA3}" type="pres">
      <dgm:prSet presAssocID="{B1601BC8-57FD-409B-B9E4-2522841A7CCC}" presName="bottomLine" presStyleLbl="alignNode1" presStyleIdx="7" presStyleCnt="8">
        <dgm:presLayoutVars/>
      </dgm:prSet>
      <dgm:spPr/>
    </dgm:pt>
    <dgm:pt modelId="{47F79453-0163-401A-8A45-08E1E28F7ACB}" type="pres">
      <dgm:prSet presAssocID="{B1601BC8-57FD-409B-B9E4-2522841A7CCC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8776C60D-84EC-417A-BBB5-E94F5FA7F731}" srcId="{458DB2D9-E0D8-4283-9754-6C52FB4F0DF3}" destId="{BCF4AEB4-2670-4187-AD0A-BFD9237AF352}" srcOrd="2" destOrd="0" parTransId="{FD47CE93-2A6D-4777-8E5A-A13ED9910B6D}" sibTransId="{E88364C1-8CCF-4549-A91F-A02F2D199397}"/>
    <dgm:cxn modelId="{15ECEA10-3D21-48D2-A69E-9109C3286645}" type="presOf" srcId="{B1601BC8-57FD-409B-B9E4-2522841A7CCC}" destId="{754BB8A2-FD17-4E8D-AC2C-90ACC37CDCD4}" srcOrd="0" destOrd="0" presId="urn:microsoft.com/office/officeart/2016/7/layout/BasicLinearProcessNumbered"/>
    <dgm:cxn modelId="{601B9C21-AD22-4D49-AB51-13C8F75829E3}" type="presOf" srcId="{5AE5F7A9-EEAB-4EFF-9513-AEB146BA7F43}" destId="{1FEBE593-0EFC-4A56-A65C-8EABA2D4BAD0}" srcOrd="1" destOrd="0" presId="urn:microsoft.com/office/officeart/2016/7/layout/BasicLinearProcessNumbered"/>
    <dgm:cxn modelId="{79602E24-6FDF-409D-8C5E-C0360A573E39}" type="presOf" srcId="{E88364C1-8CCF-4549-A91F-A02F2D199397}" destId="{63D964E9-E2CB-4556-9C54-19B95F4DDF8D}" srcOrd="0" destOrd="0" presId="urn:microsoft.com/office/officeart/2016/7/layout/BasicLinearProcessNumbered"/>
    <dgm:cxn modelId="{3ADD1D2A-5EBC-4CF1-9A62-E0E7ABEF278D}" type="presOf" srcId="{F9C26C3A-6079-470E-8E29-D74E8F3E40C3}" destId="{6FE15B79-0E18-47FA-B594-0ED453ACA208}" srcOrd="0" destOrd="0" presId="urn:microsoft.com/office/officeart/2016/7/layout/BasicLinearProcessNumbered"/>
    <dgm:cxn modelId="{0EE2CF37-FBE2-4333-BF1A-4DA178F60CCE}" srcId="{458DB2D9-E0D8-4283-9754-6C52FB4F0DF3}" destId="{6ACC0FDF-E0AE-4A2E-91E0-77AB5DE13470}" srcOrd="0" destOrd="0" parTransId="{E6F5E8F3-73C0-4A08-95CD-8A1B00D4F068}" sibTransId="{6512E09B-1771-4B83-AC9C-4681F4E97615}"/>
    <dgm:cxn modelId="{DA848369-0186-48FF-A0C6-5934688F77C4}" type="presOf" srcId="{BCF4AEB4-2670-4187-AD0A-BFD9237AF352}" destId="{4CD71613-FE04-462B-9131-01EC507F22FE}" srcOrd="0" destOrd="0" presId="urn:microsoft.com/office/officeart/2016/7/layout/BasicLinearProcessNumbered"/>
    <dgm:cxn modelId="{5284786E-9D2C-4A93-B4C9-281EF5A75CFE}" type="presOf" srcId="{6512E09B-1771-4B83-AC9C-4681F4E97615}" destId="{1AEDC6CB-ED89-4A2A-86D6-2B6B9B67DEA6}" srcOrd="0" destOrd="0" presId="urn:microsoft.com/office/officeart/2016/7/layout/BasicLinearProcessNumbered"/>
    <dgm:cxn modelId="{A4092783-110C-487B-9F67-18A8C17A5D22}" type="presOf" srcId="{A5DD07D6-2799-46CC-AAF7-ACE5E76E3A13}" destId="{80E9C095-315C-468C-AD70-E596B5703810}" srcOrd="0" destOrd="0" presId="urn:microsoft.com/office/officeart/2016/7/layout/BasicLinearProcessNumbered"/>
    <dgm:cxn modelId="{D64D57AC-BDB0-4161-8125-67FF2437962C}" type="presOf" srcId="{6ACC0FDF-E0AE-4A2E-91E0-77AB5DE13470}" destId="{B4B8EC92-3A29-4B22-85B0-82593A524D9D}" srcOrd="0" destOrd="0" presId="urn:microsoft.com/office/officeart/2016/7/layout/BasicLinearProcessNumbered"/>
    <dgm:cxn modelId="{7A4137B7-8724-4D91-B3B2-A3EC7D278609}" type="presOf" srcId="{B1601BC8-57FD-409B-B9E4-2522841A7CCC}" destId="{47F79453-0163-401A-8A45-08E1E28F7ACB}" srcOrd="1" destOrd="0" presId="urn:microsoft.com/office/officeart/2016/7/layout/BasicLinearProcessNumbered"/>
    <dgm:cxn modelId="{71914DBB-16B3-47C3-9C29-4A7F8E3D751D}" type="presOf" srcId="{6ACC0FDF-E0AE-4A2E-91E0-77AB5DE13470}" destId="{174E767C-C60A-48E8-A3C0-EA2686BF3589}" srcOrd="1" destOrd="0" presId="urn:microsoft.com/office/officeart/2016/7/layout/BasicLinearProcessNumbered"/>
    <dgm:cxn modelId="{9F67EBC3-DF50-4894-9E06-2618BBEAE100}" type="presOf" srcId="{BCF4AEB4-2670-4187-AD0A-BFD9237AF352}" destId="{09820553-1ECA-43EA-8027-B6D053CB9C4B}" srcOrd="1" destOrd="0" presId="urn:microsoft.com/office/officeart/2016/7/layout/BasicLinearProcessNumbered"/>
    <dgm:cxn modelId="{85ACFFC3-D1A4-4953-8303-4917F3100B8A}" srcId="{458DB2D9-E0D8-4283-9754-6C52FB4F0DF3}" destId="{B1601BC8-57FD-409B-B9E4-2522841A7CCC}" srcOrd="3" destOrd="0" parTransId="{2E39F9BD-FAA8-47F4-A688-0D2591CB5050}" sibTransId="{A5DD07D6-2799-46CC-AAF7-ACE5E76E3A13}"/>
    <dgm:cxn modelId="{45E252F4-9E90-4E32-BC2A-AF8249CE3105}" type="presOf" srcId="{458DB2D9-E0D8-4283-9754-6C52FB4F0DF3}" destId="{C3AB3019-230B-406A-A850-4D0FFE355BCE}" srcOrd="0" destOrd="0" presId="urn:microsoft.com/office/officeart/2016/7/layout/BasicLinearProcessNumbered"/>
    <dgm:cxn modelId="{BE2857F8-4591-464D-ABE1-F1FBEE819F91}" srcId="{458DB2D9-E0D8-4283-9754-6C52FB4F0DF3}" destId="{5AE5F7A9-EEAB-4EFF-9513-AEB146BA7F43}" srcOrd="1" destOrd="0" parTransId="{595DA46A-31B9-4ACA-9187-FE8AEB669F2E}" sibTransId="{F9C26C3A-6079-470E-8E29-D74E8F3E40C3}"/>
    <dgm:cxn modelId="{C19D49FD-052B-4E9C-BDA7-C18B60801D95}" type="presOf" srcId="{5AE5F7A9-EEAB-4EFF-9513-AEB146BA7F43}" destId="{A7428BB7-3783-4FED-AA79-763190273F74}" srcOrd="0" destOrd="0" presId="urn:microsoft.com/office/officeart/2016/7/layout/BasicLinearProcessNumbered"/>
    <dgm:cxn modelId="{87EC4C83-8BDA-461A-996F-75F294051A58}" type="presParOf" srcId="{C3AB3019-230B-406A-A850-4D0FFE355BCE}" destId="{6540BBD5-57EF-4D5F-9094-082E99DE78E9}" srcOrd="0" destOrd="0" presId="urn:microsoft.com/office/officeart/2016/7/layout/BasicLinearProcessNumbered"/>
    <dgm:cxn modelId="{675A682B-0B6F-407A-9B5C-03476F10AE60}" type="presParOf" srcId="{6540BBD5-57EF-4D5F-9094-082E99DE78E9}" destId="{B4B8EC92-3A29-4B22-85B0-82593A524D9D}" srcOrd="0" destOrd="0" presId="urn:microsoft.com/office/officeart/2016/7/layout/BasicLinearProcessNumbered"/>
    <dgm:cxn modelId="{98B146EC-902F-42A4-BC22-D54B4A58AFA3}" type="presParOf" srcId="{6540BBD5-57EF-4D5F-9094-082E99DE78E9}" destId="{1AEDC6CB-ED89-4A2A-86D6-2B6B9B67DEA6}" srcOrd="1" destOrd="0" presId="urn:microsoft.com/office/officeart/2016/7/layout/BasicLinearProcessNumbered"/>
    <dgm:cxn modelId="{080B3833-D91C-4116-822D-10935A7C0C14}" type="presParOf" srcId="{6540BBD5-57EF-4D5F-9094-082E99DE78E9}" destId="{AC0BC741-3D2A-4CB9-8F6D-3BC1AFA5EF1D}" srcOrd="2" destOrd="0" presId="urn:microsoft.com/office/officeart/2016/7/layout/BasicLinearProcessNumbered"/>
    <dgm:cxn modelId="{665BDFD7-C1C6-4090-B0BB-F6F571316FAE}" type="presParOf" srcId="{6540BBD5-57EF-4D5F-9094-082E99DE78E9}" destId="{174E767C-C60A-48E8-A3C0-EA2686BF3589}" srcOrd="3" destOrd="0" presId="urn:microsoft.com/office/officeart/2016/7/layout/BasicLinearProcessNumbered"/>
    <dgm:cxn modelId="{A1C55465-3F96-40DB-A1E5-C3B454BB0D18}" type="presParOf" srcId="{C3AB3019-230B-406A-A850-4D0FFE355BCE}" destId="{6BF6E9B6-BD87-4DC6-BABE-7722FFD159F7}" srcOrd="1" destOrd="0" presId="urn:microsoft.com/office/officeart/2016/7/layout/BasicLinearProcessNumbered"/>
    <dgm:cxn modelId="{9D1797B0-1BC1-499A-8FDA-98C6367009CF}" type="presParOf" srcId="{C3AB3019-230B-406A-A850-4D0FFE355BCE}" destId="{187898D4-BFE8-4532-81CD-EF8AFDB4D6C9}" srcOrd="2" destOrd="0" presId="urn:microsoft.com/office/officeart/2016/7/layout/BasicLinearProcessNumbered"/>
    <dgm:cxn modelId="{17EEA07B-00A8-434E-880B-2B2BBEB8A477}" type="presParOf" srcId="{187898D4-BFE8-4532-81CD-EF8AFDB4D6C9}" destId="{A7428BB7-3783-4FED-AA79-763190273F74}" srcOrd="0" destOrd="0" presId="urn:microsoft.com/office/officeart/2016/7/layout/BasicLinearProcessNumbered"/>
    <dgm:cxn modelId="{DEB6EFAC-AC61-4872-9947-CD747207BB88}" type="presParOf" srcId="{187898D4-BFE8-4532-81CD-EF8AFDB4D6C9}" destId="{6FE15B79-0E18-47FA-B594-0ED453ACA208}" srcOrd="1" destOrd="0" presId="urn:microsoft.com/office/officeart/2016/7/layout/BasicLinearProcessNumbered"/>
    <dgm:cxn modelId="{098C9650-BD1E-4D7B-90D2-66A46AF7BF73}" type="presParOf" srcId="{187898D4-BFE8-4532-81CD-EF8AFDB4D6C9}" destId="{731FC148-ADAF-4442-87B7-B25DCB91AFF2}" srcOrd="2" destOrd="0" presId="urn:microsoft.com/office/officeart/2016/7/layout/BasicLinearProcessNumbered"/>
    <dgm:cxn modelId="{03160B62-9660-4062-B0DB-D0B20FFD4BE1}" type="presParOf" srcId="{187898D4-BFE8-4532-81CD-EF8AFDB4D6C9}" destId="{1FEBE593-0EFC-4A56-A65C-8EABA2D4BAD0}" srcOrd="3" destOrd="0" presId="urn:microsoft.com/office/officeart/2016/7/layout/BasicLinearProcessNumbered"/>
    <dgm:cxn modelId="{CC9DB959-F8FB-4CB5-B9D5-BBBA9DDF3DFD}" type="presParOf" srcId="{C3AB3019-230B-406A-A850-4D0FFE355BCE}" destId="{68269CA0-9AA1-44E4-BA73-815AC0F45188}" srcOrd="3" destOrd="0" presId="urn:microsoft.com/office/officeart/2016/7/layout/BasicLinearProcessNumbered"/>
    <dgm:cxn modelId="{DDA65F82-2716-4F1C-BD65-F798C1884658}" type="presParOf" srcId="{C3AB3019-230B-406A-A850-4D0FFE355BCE}" destId="{1A095042-B7B1-489B-B426-022779927C20}" srcOrd="4" destOrd="0" presId="urn:microsoft.com/office/officeart/2016/7/layout/BasicLinearProcessNumbered"/>
    <dgm:cxn modelId="{E930A968-ECBF-4D39-A4DC-48B16374555B}" type="presParOf" srcId="{1A095042-B7B1-489B-B426-022779927C20}" destId="{4CD71613-FE04-462B-9131-01EC507F22FE}" srcOrd="0" destOrd="0" presId="urn:microsoft.com/office/officeart/2016/7/layout/BasicLinearProcessNumbered"/>
    <dgm:cxn modelId="{36A5ADE6-1727-40EB-8049-D996A054F546}" type="presParOf" srcId="{1A095042-B7B1-489B-B426-022779927C20}" destId="{63D964E9-E2CB-4556-9C54-19B95F4DDF8D}" srcOrd="1" destOrd="0" presId="urn:microsoft.com/office/officeart/2016/7/layout/BasicLinearProcessNumbered"/>
    <dgm:cxn modelId="{865C56C0-A048-485C-91C9-D12B94CD2111}" type="presParOf" srcId="{1A095042-B7B1-489B-B426-022779927C20}" destId="{2E6AA789-226B-422B-BF4D-81BBD94B56EE}" srcOrd="2" destOrd="0" presId="urn:microsoft.com/office/officeart/2016/7/layout/BasicLinearProcessNumbered"/>
    <dgm:cxn modelId="{1134E35A-982F-4ABC-BD63-9E7C7E0F1AFD}" type="presParOf" srcId="{1A095042-B7B1-489B-B426-022779927C20}" destId="{09820553-1ECA-43EA-8027-B6D053CB9C4B}" srcOrd="3" destOrd="0" presId="urn:microsoft.com/office/officeart/2016/7/layout/BasicLinearProcessNumbered"/>
    <dgm:cxn modelId="{BA91F72B-DA2C-4415-8F35-67299EF2FF66}" type="presParOf" srcId="{C3AB3019-230B-406A-A850-4D0FFE355BCE}" destId="{56650E30-4E6B-4D23-AEA6-49286EB07C81}" srcOrd="5" destOrd="0" presId="urn:microsoft.com/office/officeart/2016/7/layout/BasicLinearProcessNumbered"/>
    <dgm:cxn modelId="{0D0BE0AD-574F-4F99-B04F-CC0AE5ED79DF}" type="presParOf" srcId="{C3AB3019-230B-406A-A850-4D0FFE355BCE}" destId="{D6A1D213-1D95-4F9A-AA3D-43457809CE5A}" srcOrd="6" destOrd="0" presId="urn:microsoft.com/office/officeart/2016/7/layout/BasicLinearProcessNumbered"/>
    <dgm:cxn modelId="{11B843A4-4A7F-49BC-9E4A-F129623518DD}" type="presParOf" srcId="{D6A1D213-1D95-4F9A-AA3D-43457809CE5A}" destId="{754BB8A2-FD17-4E8D-AC2C-90ACC37CDCD4}" srcOrd="0" destOrd="0" presId="urn:microsoft.com/office/officeart/2016/7/layout/BasicLinearProcessNumbered"/>
    <dgm:cxn modelId="{59DCF83B-21AA-4351-8FF3-48BB83FA8518}" type="presParOf" srcId="{D6A1D213-1D95-4F9A-AA3D-43457809CE5A}" destId="{80E9C095-315C-468C-AD70-E596B5703810}" srcOrd="1" destOrd="0" presId="urn:microsoft.com/office/officeart/2016/7/layout/BasicLinearProcessNumbered"/>
    <dgm:cxn modelId="{9CF9B757-B689-44F3-AEEA-C5F63F3C5108}" type="presParOf" srcId="{D6A1D213-1D95-4F9A-AA3D-43457809CE5A}" destId="{CAA8EA4F-F42A-478B-869F-139125283DA3}" srcOrd="2" destOrd="0" presId="urn:microsoft.com/office/officeart/2016/7/layout/BasicLinearProcessNumbered"/>
    <dgm:cxn modelId="{0A153AD4-F581-4381-9007-285CED4A97E1}" type="presParOf" srcId="{D6A1D213-1D95-4F9A-AA3D-43457809CE5A}" destId="{47F79453-0163-401A-8A45-08E1E28F7AC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5F2EF-C464-4212-B08F-19FDAAC90727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54F7F-5405-4E59-A443-CC968EE6E636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Objective: Predict insurance charges from tabular patient features.</a:t>
          </a:r>
        </a:p>
      </dsp:txBody>
      <dsp:txXfrm>
        <a:off x="42299" y="2443760"/>
        <a:ext cx="1800000" cy="720000"/>
      </dsp:txXfrm>
    </dsp:sp>
    <dsp:sp modelId="{E980D36F-0628-4937-9C74-0D97D73FC29E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C6212A-00E9-4544-8DC0-4771495D9A9D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Task type: Supervised learning (regression).</a:t>
          </a:r>
        </a:p>
      </dsp:txBody>
      <dsp:txXfrm>
        <a:off x="2157300" y="2443760"/>
        <a:ext cx="1800000" cy="720000"/>
      </dsp:txXfrm>
    </dsp:sp>
    <dsp:sp modelId="{7A2557FF-1919-4531-A71F-BBEE1251016A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C3607-052B-411C-AAB9-D7AF39B239C0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Output: One continuous value (charges) per sample.</a:t>
          </a:r>
        </a:p>
      </dsp:txBody>
      <dsp:txXfrm>
        <a:off x="4272300" y="2443760"/>
        <a:ext cx="1800000" cy="720000"/>
      </dsp:txXfrm>
    </dsp:sp>
    <dsp:sp modelId="{5AC77BD6-17C1-4823-AD7B-DA28E3AD3109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CFB15-273E-46B4-8EFC-B7278FF18431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Business impact: Better pricing estimation and risk analysis.</a:t>
          </a:r>
        </a:p>
      </dsp:txBody>
      <dsp:txXfrm>
        <a:off x="6387300" y="2443760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444CA7-48FD-4636-BEF6-1E4552EF4680}">
      <dsp:nvSpPr>
        <dsp:cNvPr id="0" name=""/>
        <dsp:cNvSpPr/>
      </dsp:nvSpPr>
      <dsp:spPr>
        <a:xfrm>
          <a:off x="0" y="0"/>
          <a:ext cx="43707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49C1BA-6FD7-4B86-AC84-A42F8931BC56}">
      <dsp:nvSpPr>
        <dsp:cNvPr id="0" name=""/>
        <dsp:cNvSpPr/>
      </dsp:nvSpPr>
      <dsp:spPr>
        <a:xfrm>
          <a:off x="0" y="0"/>
          <a:ext cx="4370733" cy="103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Categorical encoding with pd.get_dummies(..., drop_first=True, dtype=int).</a:t>
          </a:r>
          <a:endParaRPr lang="en-US" sz="2000" kern="1200"/>
        </a:p>
      </dsp:txBody>
      <dsp:txXfrm>
        <a:off x="0" y="0"/>
        <a:ext cx="4370733" cy="1030287"/>
      </dsp:txXfrm>
    </dsp:sp>
    <dsp:sp modelId="{741A4B98-835E-4263-8DF0-137A5000D094}">
      <dsp:nvSpPr>
        <dsp:cNvPr id="0" name=""/>
        <dsp:cNvSpPr/>
      </dsp:nvSpPr>
      <dsp:spPr>
        <a:xfrm>
          <a:off x="0" y="1030287"/>
          <a:ext cx="43707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EC8961-2720-4DBA-8848-4294EC02D8CF}">
      <dsp:nvSpPr>
        <dsp:cNvPr id="0" name=""/>
        <dsp:cNvSpPr/>
      </dsp:nvSpPr>
      <dsp:spPr>
        <a:xfrm>
          <a:off x="0" y="1030287"/>
          <a:ext cx="4370733" cy="103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drop_first=True avoids redundant dummy columns (multicollinearity).</a:t>
          </a:r>
          <a:endParaRPr lang="en-US" sz="2000" kern="1200"/>
        </a:p>
      </dsp:txBody>
      <dsp:txXfrm>
        <a:off x="0" y="1030287"/>
        <a:ext cx="4370733" cy="1030287"/>
      </dsp:txXfrm>
    </dsp:sp>
    <dsp:sp modelId="{D4BAF969-C96E-4A90-9211-987FABDA93E5}">
      <dsp:nvSpPr>
        <dsp:cNvPr id="0" name=""/>
        <dsp:cNvSpPr/>
      </dsp:nvSpPr>
      <dsp:spPr>
        <a:xfrm>
          <a:off x="0" y="2060574"/>
          <a:ext cx="43707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86A1D5-A26E-4F51-9F60-5325832A6DDD}">
      <dsp:nvSpPr>
        <dsp:cNvPr id="0" name=""/>
        <dsp:cNvSpPr/>
      </dsp:nvSpPr>
      <dsp:spPr>
        <a:xfrm>
          <a:off x="0" y="2060574"/>
          <a:ext cx="4370733" cy="103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Correlation matrix (seaborn heatmap) used for feature understanding.</a:t>
          </a:r>
          <a:endParaRPr lang="en-US" sz="2000" kern="1200"/>
        </a:p>
      </dsp:txBody>
      <dsp:txXfrm>
        <a:off x="0" y="2060574"/>
        <a:ext cx="4370733" cy="1030287"/>
      </dsp:txXfrm>
    </dsp:sp>
    <dsp:sp modelId="{C3D5A6A8-A55C-4E4C-930B-06AA042C3E11}">
      <dsp:nvSpPr>
        <dsp:cNvPr id="0" name=""/>
        <dsp:cNvSpPr/>
      </dsp:nvSpPr>
      <dsp:spPr>
        <a:xfrm>
          <a:off x="0" y="3090861"/>
          <a:ext cx="43707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74DD185-70A3-479F-9278-E5A7FB72AEBD}">
      <dsp:nvSpPr>
        <dsp:cNvPr id="0" name=""/>
        <dsp:cNvSpPr/>
      </dsp:nvSpPr>
      <dsp:spPr>
        <a:xfrm>
          <a:off x="0" y="3090861"/>
          <a:ext cx="4370733" cy="1030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Prepared data for model consumption.</a:t>
          </a:r>
          <a:endParaRPr lang="en-US" sz="2000" kern="1200"/>
        </a:p>
      </dsp:txBody>
      <dsp:txXfrm>
        <a:off x="0" y="3090861"/>
        <a:ext cx="4370733" cy="10302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81AF75-5AF3-43EC-918D-88AB0FBAC094}">
      <dsp:nvSpPr>
        <dsp:cNvPr id="0" name=""/>
        <dsp:cNvSpPr/>
      </dsp:nvSpPr>
      <dsp:spPr>
        <a:xfrm>
          <a:off x="0" y="0"/>
          <a:ext cx="4140307" cy="12179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Train/Test split: 80/20.</a:t>
          </a:r>
        </a:p>
      </dsp:txBody>
      <dsp:txXfrm>
        <a:off x="35673" y="35673"/>
        <a:ext cx="2723125" cy="1146605"/>
      </dsp:txXfrm>
    </dsp:sp>
    <dsp:sp modelId="{262BA885-3F6A-4B57-9F7D-6E17733A36C8}">
      <dsp:nvSpPr>
        <dsp:cNvPr id="0" name=""/>
        <dsp:cNvSpPr/>
      </dsp:nvSpPr>
      <dsp:spPr>
        <a:xfrm>
          <a:off x="346750" y="1439396"/>
          <a:ext cx="4140307" cy="1217951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Then Train/Validation split from training subset.</a:t>
          </a:r>
        </a:p>
      </dsp:txBody>
      <dsp:txXfrm>
        <a:off x="382423" y="1475069"/>
        <a:ext cx="2930542" cy="1146605"/>
      </dsp:txXfrm>
    </dsp:sp>
    <dsp:sp modelId="{4AC973E4-920E-4C5C-BA4A-EA241070A6C9}">
      <dsp:nvSpPr>
        <dsp:cNvPr id="0" name=""/>
        <dsp:cNvSpPr/>
      </dsp:nvSpPr>
      <dsp:spPr>
        <a:xfrm>
          <a:off x="688326" y="2878793"/>
          <a:ext cx="4140307" cy="1217951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Validation data used for hyperparameter search (Optuna).</a:t>
          </a:r>
        </a:p>
      </dsp:txBody>
      <dsp:txXfrm>
        <a:off x="723999" y="2914466"/>
        <a:ext cx="2935717" cy="1146605"/>
      </dsp:txXfrm>
    </dsp:sp>
    <dsp:sp modelId="{DCAA3BF7-4DAD-464B-9DFA-07DB619EC5C1}">
      <dsp:nvSpPr>
        <dsp:cNvPr id="0" name=""/>
        <dsp:cNvSpPr/>
      </dsp:nvSpPr>
      <dsp:spPr>
        <a:xfrm>
          <a:off x="1035076" y="4318189"/>
          <a:ext cx="4140307" cy="1217951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Test data kept untouched until final evaluation.</a:t>
          </a:r>
        </a:p>
      </dsp:txBody>
      <dsp:txXfrm>
        <a:off x="1070749" y="4353862"/>
        <a:ext cx="2930542" cy="1146605"/>
      </dsp:txXfrm>
    </dsp:sp>
    <dsp:sp modelId="{A6D4B5FC-EE1F-4D66-9124-F2043E33AAF2}">
      <dsp:nvSpPr>
        <dsp:cNvPr id="0" name=""/>
        <dsp:cNvSpPr/>
      </dsp:nvSpPr>
      <dsp:spPr>
        <a:xfrm>
          <a:off x="3348639" y="932839"/>
          <a:ext cx="791668" cy="79166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526764" y="932839"/>
        <a:ext cx="435418" cy="595730"/>
      </dsp:txXfrm>
    </dsp:sp>
    <dsp:sp modelId="{69CFA528-9858-4D41-A6D2-8EC0E23EC0AB}">
      <dsp:nvSpPr>
        <dsp:cNvPr id="0" name=""/>
        <dsp:cNvSpPr/>
      </dsp:nvSpPr>
      <dsp:spPr>
        <a:xfrm>
          <a:off x="3695389" y="2372236"/>
          <a:ext cx="791668" cy="79166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873514" y="2372236"/>
        <a:ext cx="435418" cy="595730"/>
      </dsp:txXfrm>
    </dsp:sp>
    <dsp:sp modelId="{63782DAC-D5B7-4AB2-93AD-B6581F26D18C}">
      <dsp:nvSpPr>
        <dsp:cNvPr id="0" name=""/>
        <dsp:cNvSpPr/>
      </dsp:nvSpPr>
      <dsp:spPr>
        <a:xfrm>
          <a:off x="4036965" y="3811633"/>
          <a:ext cx="791668" cy="79166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215090" y="3811633"/>
        <a:ext cx="435418" cy="5957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42109A-1ACE-4556-9993-8DA941A9BD30}">
      <dsp:nvSpPr>
        <dsp:cNvPr id="0" name=""/>
        <dsp:cNvSpPr/>
      </dsp:nvSpPr>
      <dsp:spPr>
        <a:xfrm>
          <a:off x="393299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EF9CE1-86A0-411B-BE80-6229092CFB89}">
      <dsp:nvSpPr>
        <dsp:cNvPr id="0" name=""/>
        <dsp:cNvSpPr/>
      </dsp:nvSpPr>
      <dsp:spPr>
        <a:xfrm>
          <a:off x="627299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1B1282-E07C-4FF2-B138-A2D9ACD55610}">
      <dsp:nvSpPr>
        <dsp:cNvPr id="0" name=""/>
        <dsp:cNvSpPr/>
      </dsp:nvSpPr>
      <dsp:spPr>
        <a:xfrm>
          <a:off x="42299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StandardScaler fitted ONLY on training data for X.</a:t>
          </a:r>
        </a:p>
      </dsp:txBody>
      <dsp:txXfrm>
        <a:off x="42299" y="2622981"/>
        <a:ext cx="1800000" cy="720000"/>
      </dsp:txXfrm>
    </dsp:sp>
    <dsp:sp modelId="{1C4E10AA-85D0-4057-BE2D-688F1214F3CF}">
      <dsp:nvSpPr>
        <dsp:cNvPr id="0" name=""/>
        <dsp:cNvSpPr/>
      </dsp:nvSpPr>
      <dsp:spPr>
        <a:xfrm>
          <a:off x="2508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8DD98A-AD9D-46CA-944D-5AFCEE8EB65D}">
      <dsp:nvSpPr>
        <dsp:cNvPr id="0" name=""/>
        <dsp:cNvSpPr/>
      </dsp:nvSpPr>
      <dsp:spPr>
        <a:xfrm>
          <a:off x="2742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2628B-F1A3-449D-A704-D4875553D80F}">
      <dsp:nvSpPr>
        <dsp:cNvPr id="0" name=""/>
        <dsp:cNvSpPr/>
      </dsp:nvSpPr>
      <dsp:spPr>
        <a:xfrm>
          <a:off x="2157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same scaler transforms validation and test features.</a:t>
          </a:r>
        </a:p>
      </dsp:txBody>
      <dsp:txXfrm>
        <a:off x="2157300" y="2622981"/>
        <a:ext cx="1800000" cy="720000"/>
      </dsp:txXfrm>
    </dsp:sp>
    <dsp:sp modelId="{7A174E94-09AD-4884-A806-88B9C99FD7E5}">
      <dsp:nvSpPr>
        <dsp:cNvPr id="0" name=""/>
        <dsp:cNvSpPr/>
      </dsp:nvSpPr>
      <dsp:spPr>
        <a:xfrm>
          <a:off x="4623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FFB350-0FFB-45E3-AA1C-ED1BED720676}">
      <dsp:nvSpPr>
        <dsp:cNvPr id="0" name=""/>
        <dsp:cNvSpPr/>
      </dsp:nvSpPr>
      <dsp:spPr>
        <a:xfrm>
          <a:off x="4857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08E60-C94C-45B7-8E55-14BFD2EEB82E}">
      <dsp:nvSpPr>
        <dsp:cNvPr id="0" name=""/>
        <dsp:cNvSpPr/>
      </dsp:nvSpPr>
      <dsp:spPr>
        <a:xfrm>
          <a:off x="4272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Target Y is also standardized for stable optimization.</a:t>
          </a:r>
        </a:p>
      </dsp:txBody>
      <dsp:txXfrm>
        <a:off x="4272300" y="2622981"/>
        <a:ext cx="1800000" cy="720000"/>
      </dsp:txXfrm>
    </dsp:sp>
    <dsp:sp modelId="{61931CF1-B7D7-4C89-9CE9-2EB0B3043BD9}">
      <dsp:nvSpPr>
        <dsp:cNvPr id="0" name=""/>
        <dsp:cNvSpPr/>
      </dsp:nvSpPr>
      <dsp:spPr>
        <a:xfrm>
          <a:off x="6738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04A0DD-1C37-40C0-B51C-78129F738219}">
      <dsp:nvSpPr>
        <dsp:cNvPr id="0" name=""/>
        <dsp:cNvSpPr/>
      </dsp:nvSpPr>
      <dsp:spPr>
        <a:xfrm>
          <a:off x="6972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8C0AF-E0A3-44DA-8D5E-0C08A434FFD2}">
      <dsp:nvSpPr>
        <dsp:cNvPr id="0" name=""/>
        <dsp:cNvSpPr/>
      </dsp:nvSpPr>
      <dsp:spPr>
        <a:xfrm>
          <a:off x="6387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Predictions are denormalized using inverse_transform for interpretation in USD.</a:t>
          </a:r>
        </a:p>
      </dsp:txBody>
      <dsp:txXfrm>
        <a:off x="6387300" y="2622981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2F0C0C-6F44-4B4C-AE77-AE3E36F0F1ED}">
      <dsp:nvSpPr>
        <dsp:cNvPr id="0" name=""/>
        <dsp:cNvSpPr/>
      </dsp:nvSpPr>
      <dsp:spPr>
        <a:xfrm>
          <a:off x="680844" y="665"/>
          <a:ext cx="2718754" cy="16312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 err="1"/>
            <a:t>Converted</a:t>
          </a:r>
          <a:r>
            <a:rPr lang="es-ES" sz="2400" kern="1200" dirty="0"/>
            <a:t> </a:t>
          </a:r>
          <a:r>
            <a:rPr lang="es-ES" sz="2400" kern="1200" dirty="0" err="1"/>
            <a:t>arrays</a:t>
          </a:r>
          <a:r>
            <a:rPr lang="es-ES" sz="2400" kern="1200" dirty="0"/>
            <a:t> </a:t>
          </a:r>
          <a:r>
            <a:rPr lang="es-ES" sz="2400" kern="1200" dirty="0" err="1"/>
            <a:t>to</a:t>
          </a:r>
          <a:r>
            <a:rPr lang="es-ES" sz="2400" kern="1200" dirty="0"/>
            <a:t> torch.float32 </a:t>
          </a:r>
          <a:r>
            <a:rPr lang="es-ES" sz="2400" kern="1200" dirty="0" err="1"/>
            <a:t>tensors</a:t>
          </a:r>
          <a:r>
            <a:rPr lang="es-ES" sz="2400" kern="1200" dirty="0"/>
            <a:t>.</a:t>
          </a:r>
          <a:endParaRPr lang="en-US" sz="2400" kern="1200" dirty="0"/>
        </a:p>
      </dsp:txBody>
      <dsp:txXfrm>
        <a:off x="728622" y="48443"/>
        <a:ext cx="2623198" cy="1535696"/>
      </dsp:txXfrm>
    </dsp:sp>
    <dsp:sp modelId="{877BCBBB-3117-430F-A426-5AA99D6DC144}">
      <dsp:nvSpPr>
        <dsp:cNvPr id="0" name=""/>
        <dsp:cNvSpPr/>
      </dsp:nvSpPr>
      <dsp:spPr>
        <a:xfrm>
          <a:off x="3638849" y="479165"/>
          <a:ext cx="576376" cy="674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3638849" y="614015"/>
        <a:ext cx="403463" cy="404551"/>
      </dsp:txXfrm>
    </dsp:sp>
    <dsp:sp modelId="{80D9FB64-E458-4C03-8343-5047EFC68B32}">
      <dsp:nvSpPr>
        <dsp:cNvPr id="0" name=""/>
        <dsp:cNvSpPr/>
      </dsp:nvSpPr>
      <dsp:spPr>
        <a:xfrm>
          <a:off x="4487100" y="665"/>
          <a:ext cx="2718754" cy="16312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Wrapped into TensorDataset(X, y) for paired samples.</a:t>
          </a:r>
          <a:endParaRPr lang="en-US" sz="2400" kern="1200"/>
        </a:p>
      </dsp:txBody>
      <dsp:txXfrm>
        <a:off x="4534878" y="48443"/>
        <a:ext cx="2623198" cy="1535696"/>
      </dsp:txXfrm>
    </dsp:sp>
    <dsp:sp modelId="{ED21A33D-5E46-40E7-A82A-EA3E4E4699BB}">
      <dsp:nvSpPr>
        <dsp:cNvPr id="0" name=""/>
        <dsp:cNvSpPr/>
      </dsp:nvSpPr>
      <dsp:spPr>
        <a:xfrm rot="5400000">
          <a:off x="5558290" y="1822230"/>
          <a:ext cx="576376" cy="674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5644203" y="1871168"/>
        <a:ext cx="404551" cy="403463"/>
      </dsp:txXfrm>
    </dsp:sp>
    <dsp:sp modelId="{4CDE1B00-AF94-47BE-BAB7-6D7242E56C14}">
      <dsp:nvSpPr>
        <dsp:cNvPr id="0" name=""/>
        <dsp:cNvSpPr/>
      </dsp:nvSpPr>
      <dsp:spPr>
        <a:xfrm>
          <a:off x="4487100" y="2719419"/>
          <a:ext cx="2718754" cy="16312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DataLoader creates mini-batches (batch_size=64).</a:t>
          </a:r>
          <a:endParaRPr lang="en-US" sz="2400" kern="1200"/>
        </a:p>
      </dsp:txBody>
      <dsp:txXfrm>
        <a:off x="4534878" y="2767197"/>
        <a:ext cx="2623198" cy="1535696"/>
      </dsp:txXfrm>
    </dsp:sp>
    <dsp:sp modelId="{404DBD5A-ED50-4E35-8F2E-1F0D3C599080}">
      <dsp:nvSpPr>
        <dsp:cNvPr id="0" name=""/>
        <dsp:cNvSpPr/>
      </dsp:nvSpPr>
      <dsp:spPr>
        <a:xfrm rot="10800000">
          <a:off x="3671474" y="3197920"/>
          <a:ext cx="576376" cy="674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3844387" y="3332770"/>
        <a:ext cx="403463" cy="404551"/>
      </dsp:txXfrm>
    </dsp:sp>
    <dsp:sp modelId="{046DFE73-993C-4C6B-B1E4-CE26CA8E10DA}">
      <dsp:nvSpPr>
        <dsp:cNvPr id="0" name=""/>
        <dsp:cNvSpPr/>
      </dsp:nvSpPr>
      <dsp:spPr>
        <a:xfrm>
          <a:off x="680844" y="2719419"/>
          <a:ext cx="2718754" cy="16312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shuffle=True for train, shuffle=False for val/test.</a:t>
          </a:r>
          <a:endParaRPr lang="en-US" sz="2400" kern="1200"/>
        </a:p>
      </dsp:txBody>
      <dsp:txXfrm>
        <a:off x="728622" y="2767197"/>
        <a:ext cx="2623198" cy="15356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06DA2-E6CC-4B58-A1C8-9C0BC1B5E3A5}">
      <dsp:nvSpPr>
        <dsp:cNvPr id="0" name=""/>
        <dsp:cNvSpPr/>
      </dsp:nvSpPr>
      <dsp:spPr>
        <a:xfrm>
          <a:off x="0" y="3399"/>
          <a:ext cx="78867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CB2431-80FB-4461-B2B4-63EF396FF72F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279EF-B851-41A0-AE21-D54B47FA5D3E}">
      <dsp:nvSpPr>
        <dsp:cNvPr id="0" name=""/>
        <dsp:cNvSpPr/>
      </dsp:nvSpPr>
      <dsp:spPr>
        <a:xfrm>
          <a:off x="836323" y="3399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model.train() enables training behavior.</a:t>
          </a:r>
        </a:p>
      </dsp:txBody>
      <dsp:txXfrm>
        <a:off x="836323" y="3399"/>
        <a:ext cx="7050376" cy="724089"/>
      </dsp:txXfrm>
    </dsp:sp>
    <dsp:sp modelId="{FC03E0A4-6EEE-41C1-A299-ABF24C52BD9F}">
      <dsp:nvSpPr>
        <dsp:cNvPr id="0" name=""/>
        <dsp:cNvSpPr/>
      </dsp:nvSpPr>
      <dsp:spPr>
        <a:xfrm>
          <a:off x="0" y="908511"/>
          <a:ext cx="78867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5932B-C660-43C7-BE23-2D2337227A08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930ABB-DFB2-4356-B0EE-645217A851ED}">
      <dsp:nvSpPr>
        <dsp:cNvPr id="0" name=""/>
        <dsp:cNvSpPr/>
      </dsp:nvSpPr>
      <dsp:spPr>
        <a:xfrm>
          <a:off x="836323" y="908511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Forward pass: prediction = model(data).squeeze().</a:t>
          </a:r>
        </a:p>
      </dsp:txBody>
      <dsp:txXfrm>
        <a:off x="836323" y="908511"/>
        <a:ext cx="7050376" cy="724089"/>
      </dsp:txXfrm>
    </dsp:sp>
    <dsp:sp modelId="{1FD7A466-5A90-4905-BC2C-313C9E3A9511}">
      <dsp:nvSpPr>
        <dsp:cNvPr id="0" name=""/>
        <dsp:cNvSpPr/>
      </dsp:nvSpPr>
      <dsp:spPr>
        <a:xfrm>
          <a:off x="0" y="1813624"/>
          <a:ext cx="78867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C38626-A4DE-496D-B886-45B3A0E1D620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7E1D5-2328-4845-BC5F-5914F33BF983}">
      <dsp:nvSpPr>
        <dsp:cNvPr id="0" name=""/>
        <dsp:cNvSpPr/>
      </dsp:nvSpPr>
      <dsp:spPr>
        <a:xfrm>
          <a:off x="836323" y="1813624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Loss: MSE(prediction, target).</a:t>
          </a:r>
        </a:p>
      </dsp:txBody>
      <dsp:txXfrm>
        <a:off x="836323" y="1813624"/>
        <a:ext cx="7050376" cy="724089"/>
      </dsp:txXfrm>
    </dsp:sp>
    <dsp:sp modelId="{2DA72E12-F5B7-46B0-B071-1C7D09B5C4E4}">
      <dsp:nvSpPr>
        <dsp:cNvPr id="0" name=""/>
        <dsp:cNvSpPr/>
      </dsp:nvSpPr>
      <dsp:spPr>
        <a:xfrm>
          <a:off x="0" y="2718736"/>
          <a:ext cx="78867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C67A7A-2096-4290-A126-53124C8E28E0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B9D39-4C8E-4E45-AB49-650C652C15E2}">
      <dsp:nvSpPr>
        <dsp:cNvPr id="0" name=""/>
        <dsp:cNvSpPr/>
      </dsp:nvSpPr>
      <dsp:spPr>
        <a:xfrm>
          <a:off x="836323" y="2718736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Backprop: loss.backward(); update: optimizer.step().</a:t>
          </a:r>
        </a:p>
      </dsp:txBody>
      <dsp:txXfrm>
        <a:off x="836323" y="2718736"/>
        <a:ext cx="7050376" cy="724089"/>
      </dsp:txXfrm>
    </dsp:sp>
    <dsp:sp modelId="{59E656D4-BAEE-4E37-9F4A-78B7A69960BB}">
      <dsp:nvSpPr>
        <dsp:cNvPr id="0" name=""/>
        <dsp:cNvSpPr/>
      </dsp:nvSpPr>
      <dsp:spPr>
        <a:xfrm>
          <a:off x="0" y="3623848"/>
          <a:ext cx="7886700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3B6A58-FD06-4C69-9186-2018753DBCAB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42D61-0A37-4269-ABE0-DBF052DF72ED}">
      <dsp:nvSpPr>
        <dsp:cNvPr id="0" name=""/>
        <dsp:cNvSpPr/>
      </dsp:nvSpPr>
      <dsp:spPr>
        <a:xfrm>
          <a:off x="836323" y="3623848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Optimizer (ADAM) : optimizer.zero_grad() prevents gradient accumulation across batches.</a:t>
          </a:r>
        </a:p>
      </dsp:txBody>
      <dsp:txXfrm>
        <a:off x="836323" y="3623848"/>
        <a:ext cx="7050376" cy="7240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28C99-3888-41DB-8FAE-06C67F84FA0E}">
      <dsp:nvSpPr>
        <dsp:cNvPr id="0" name=""/>
        <dsp:cNvSpPr/>
      </dsp:nvSpPr>
      <dsp:spPr>
        <a:xfrm>
          <a:off x="473504" y="619918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7BE813-71C5-49A2-8AF6-DBE3F791B0E5}">
      <dsp:nvSpPr>
        <dsp:cNvPr id="0" name=""/>
        <dsp:cNvSpPr/>
      </dsp:nvSpPr>
      <dsp:spPr>
        <a:xfrm>
          <a:off x="68867" y="146880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model.eval</a:t>
          </a:r>
          <a:r>
            <a:rPr lang="en-US" sz="1400" kern="1200" dirty="0"/>
            <a:t>() switches to inference behavior.</a:t>
          </a:r>
        </a:p>
      </dsp:txBody>
      <dsp:txXfrm>
        <a:off x="68867" y="1468801"/>
        <a:ext cx="1800000" cy="720000"/>
      </dsp:txXfrm>
    </dsp:sp>
    <dsp:sp modelId="{63637C02-6F14-46A6-9BC9-A8FAE39DE49E}">
      <dsp:nvSpPr>
        <dsp:cNvPr id="0" name=""/>
        <dsp:cNvSpPr/>
      </dsp:nvSpPr>
      <dsp:spPr>
        <a:xfrm>
          <a:off x="2631037" y="587818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D0754-DAD7-458B-AB5C-BCEB4AD2BEA5}">
      <dsp:nvSpPr>
        <dsp:cNvPr id="0" name=""/>
        <dsp:cNvSpPr/>
      </dsp:nvSpPr>
      <dsp:spPr>
        <a:xfrm>
          <a:off x="2130714" y="146880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torch.no_grad</a:t>
          </a:r>
          <a:r>
            <a:rPr lang="en-US" sz="1400" kern="1200" dirty="0"/>
            <a:t>() disables gradient tracking (faster, less memory).</a:t>
          </a:r>
        </a:p>
      </dsp:txBody>
      <dsp:txXfrm>
        <a:off x="2130714" y="1468801"/>
        <a:ext cx="1800000" cy="720000"/>
      </dsp:txXfrm>
    </dsp:sp>
    <dsp:sp modelId="{C439787B-B64D-4B4B-8B42-CDD8D92A4127}">
      <dsp:nvSpPr>
        <dsp:cNvPr id="0" name=""/>
        <dsp:cNvSpPr/>
      </dsp:nvSpPr>
      <dsp:spPr>
        <a:xfrm>
          <a:off x="4793884" y="48169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A6FB1-B367-4AA7-8457-F690A96C600E}">
      <dsp:nvSpPr>
        <dsp:cNvPr id="0" name=""/>
        <dsp:cNvSpPr/>
      </dsp:nvSpPr>
      <dsp:spPr>
        <a:xfrm>
          <a:off x="4261662" y="146880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Predictions collected from </a:t>
          </a:r>
          <a:r>
            <a:rPr lang="en-US" sz="1400" kern="1200" dirty="0" err="1"/>
            <a:t>test_loader</a:t>
          </a:r>
          <a:r>
            <a:rPr lang="en-US" sz="1400" kern="1200" dirty="0"/>
            <a:t>.</a:t>
          </a:r>
        </a:p>
      </dsp:txBody>
      <dsp:txXfrm>
        <a:off x="4261662" y="1468801"/>
        <a:ext cx="1800000" cy="720000"/>
      </dsp:txXfrm>
    </dsp:sp>
    <dsp:sp modelId="{D5EAA11B-A335-4947-ABF1-7AF01D7FF24F}">
      <dsp:nvSpPr>
        <dsp:cNvPr id="0" name=""/>
        <dsp:cNvSpPr/>
      </dsp:nvSpPr>
      <dsp:spPr>
        <a:xfrm>
          <a:off x="6807877" y="53502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A71B1-0B87-46A7-8FEB-618B309F3DD6}">
      <dsp:nvSpPr>
        <dsp:cNvPr id="0" name=""/>
        <dsp:cNvSpPr/>
      </dsp:nvSpPr>
      <dsp:spPr>
        <a:xfrm>
          <a:off x="6381144" y="140708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Denormalize</a:t>
          </a:r>
          <a:r>
            <a:rPr lang="en-US" sz="1400" kern="1200" dirty="0"/>
            <a:t> </a:t>
          </a:r>
          <a:r>
            <a:rPr lang="en-US" sz="1400" kern="1200" dirty="0" err="1"/>
            <a:t>y_pred</a:t>
          </a:r>
          <a:r>
            <a:rPr lang="en-US" sz="1400" kern="1200" dirty="0"/>
            <a:t> and </a:t>
          </a:r>
          <a:r>
            <a:rPr lang="en-US" sz="1400" kern="1200" dirty="0" err="1"/>
            <a:t>y_true</a:t>
          </a:r>
          <a:r>
            <a:rPr lang="en-US" sz="1400" kern="1200" dirty="0"/>
            <a:t> for real-scale comparison.</a:t>
          </a:r>
        </a:p>
      </dsp:txBody>
      <dsp:txXfrm>
        <a:off x="6381144" y="1407082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B8EC92-3A29-4B22-85B0-82593A524D9D}">
      <dsp:nvSpPr>
        <dsp:cNvPr id="0" name=""/>
        <dsp:cNvSpPr/>
      </dsp:nvSpPr>
      <dsp:spPr>
        <a:xfrm>
          <a:off x="2310" y="79728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Pipeline successfully built: preprocessing -&gt; training -&gt; tuning -&gt; evaluation.</a:t>
          </a:r>
        </a:p>
      </dsp:txBody>
      <dsp:txXfrm>
        <a:off x="2310" y="1772467"/>
        <a:ext cx="1833041" cy="1539754"/>
      </dsp:txXfrm>
    </dsp:sp>
    <dsp:sp modelId="{1AEDC6CB-ED89-4A2A-86D6-2B6B9B67DEA6}">
      <dsp:nvSpPr>
        <dsp:cNvPr id="0" name=""/>
        <dsp:cNvSpPr/>
      </dsp:nvSpPr>
      <dsp:spPr>
        <a:xfrm>
          <a:off x="533892" y="1053915"/>
          <a:ext cx="769877" cy="7698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1</a:t>
          </a:r>
        </a:p>
      </dsp:txBody>
      <dsp:txXfrm>
        <a:off x="646638" y="1166661"/>
        <a:ext cx="544385" cy="544385"/>
      </dsp:txXfrm>
    </dsp:sp>
    <dsp:sp modelId="{AC0BC741-3D2A-4CB9-8F6D-3BC1AFA5EF1D}">
      <dsp:nvSpPr>
        <dsp:cNvPr id="0" name=""/>
        <dsp:cNvSpPr/>
      </dsp:nvSpPr>
      <dsp:spPr>
        <a:xfrm>
          <a:off x="2310" y="3363475"/>
          <a:ext cx="1833041" cy="72"/>
        </a:xfrm>
        <a:prstGeom prst="rect">
          <a:avLst/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accent2">
              <a:hueOff val="668788"/>
              <a:satOff val="-834"/>
              <a:lumOff val="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28BB7-3783-4FED-AA79-763190273F74}">
      <dsp:nvSpPr>
        <dsp:cNvPr id="0" name=""/>
        <dsp:cNvSpPr/>
      </dsp:nvSpPr>
      <dsp:spPr>
        <a:xfrm>
          <a:off x="2018656" y="79728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Model predicts insurance charges as a continuous output.</a:t>
          </a:r>
        </a:p>
      </dsp:txBody>
      <dsp:txXfrm>
        <a:off x="2018656" y="1772467"/>
        <a:ext cx="1833041" cy="1539754"/>
      </dsp:txXfrm>
    </dsp:sp>
    <dsp:sp modelId="{6FE15B79-0E18-47FA-B594-0ED453ACA208}">
      <dsp:nvSpPr>
        <dsp:cNvPr id="0" name=""/>
        <dsp:cNvSpPr/>
      </dsp:nvSpPr>
      <dsp:spPr>
        <a:xfrm>
          <a:off x="2550238" y="1053915"/>
          <a:ext cx="769877" cy="769877"/>
        </a:xfrm>
        <a:prstGeom prst="ellipse">
          <a:avLst/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accent2">
              <a:hueOff val="1337577"/>
              <a:satOff val="-1668"/>
              <a:lumOff val="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2</a:t>
          </a:r>
        </a:p>
      </dsp:txBody>
      <dsp:txXfrm>
        <a:off x="2662984" y="1166661"/>
        <a:ext cx="544385" cy="544385"/>
      </dsp:txXfrm>
    </dsp:sp>
    <dsp:sp modelId="{731FC148-ADAF-4442-87B7-B25DCB91AFF2}">
      <dsp:nvSpPr>
        <dsp:cNvPr id="0" name=""/>
        <dsp:cNvSpPr/>
      </dsp:nvSpPr>
      <dsp:spPr>
        <a:xfrm>
          <a:off x="2018656" y="3363475"/>
          <a:ext cx="1833041" cy="72"/>
        </a:xfrm>
        <a:prstGeom prst="rect">
          <a:avLst/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accent2">
              <a:hueOff val="2006365"/>
              <a:satOff val="-2502"/>
              <a:lumOff val="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71613-FE04-462B-9131-01EC507F22FE}">
      <dsp:nvSpPr>
        <dsp:cNvPr id="0" name=""/>
        <dsp:cNvSpPr/>
      </dsp:nvSpPr>
      <dsp:spPr>
        <a:xfrm>
          <a:off x="4035002" y="79728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Key best practice: fit scalers only on training data.</a:t>
          </a:r>
        </a:p>
      </dsp:txBody>
      <dsp:txXfrm>
        <a:off x="4035002" y="1772467"/>
        <a:ext cx="1833041" cy="1539754"/>
      </dsp:txXfrm>
    </dsp:sp>
    <dsp:sp modelId="{63D964E9-E2CB-4556-9C54-19B95F4DDF8D}">
      <dsp:nvSpPr>
        <dsp:cNvPr id="0" name=""/>
        <dsp:cNvSpPr/>
      </dsp:nvSpPr>
      <dsp:spPr>
        <a:xfrm>
          <a:off x="4566584" y="1053915"/>
          <a:ext cx="769877" cy="769877"/>
        </a:xfrm>
        <a:prstGeom prst="ellipse">
          <a:avLst/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accent2">
              <a:hueOff val="2675154"/>
              <a:satOff val="-3337"/>
              <a:lumOff val="7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3</a:t>
          </a:r>
        </a:p>
      </dsp:txBody>
      <dsp:txXfrm>
        <a:off x="4679330" y="1166661"/>
        <a:ext cx="544385" cy="544385"/>
      </dsp:txXfrm>
    </dsp:sp>
    <dsp:sp modelId="{2E6AA789-226B-422B-BF4D-81BBD94B56EE}">
      <dsp:nvSpPr>
        <dsp:cNvPr id="0" name=""/>
        <dsp:cNvSpPr/>
      </dsp:nvSpPr>
      <dsp:spPr>
        <a:xfrm>
          <a:off x="4035002" y="3363475"/>
          <a:ext cx="1833041" cy="72"/>
        </a:xfrm>
        <a:prstGeom prst="rect">
          <a:avLst/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accent2">
              <a:hueOff val="3343942"/>
              <a:satOff val="-4171"/>
              <a:lumOff val="9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BB8A2-FD17-4E8D-AC2C-90ACC37CDCD4}">
      <dsp:nvSpPr>
        <dsp:cNvPr id="0" name=""/>
        <dsp:cNvSpPr/>
      </dsp:nvSpPr>
      <dsp:spPr>
        <a:xfrm>
          <a:off x="6051347" y="797289"/>
          <a:ext cx="1833041" cy="2566258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Potential improvements: MAE/RMSE metrics, early stopping, residual analysis, checkpoint with hparams.</a:t>
          </a:r>
        </a:p>
      </dsp:txBody>
      <dsp:txXfrm>
        <a:off x="6051347" y="1772467"/>
        <a:ext cx="1833041" cy="1539754"/>
      </dsp:txXfrm>
    </dsp:sp>
    <dsp:sp modelId="{80E9C095-315C-468C-AD70-E596B5703810}">
      <dsp:nvSpPr>
        <dsp:cNvPr id="0" name=""/>
        <dsp:cNvSpPr/>
      </dsp:nvSpPr>
      <dsp:spPr>
        <a:xfrm>
          <a:off x="6582929" y="1053915"/>
          <a:ext cx="769877" cy="769877"/>
        </a:xfrm>
        <a:prstGeom prst="ellipse">
          <a:avLst/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accent2">
              <a:hueOff val="4012731"/>
              <a:satOff val="-5005"/>
              <a:lumOff val="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4</a:t>
          </a:r>
        </a:p>
      </dsp:txBody>
      <dsp:txXfrm>
        <a:off x="6695675" y="1166661"/>
        <a:ext cx="544385" cy="544385"/>
      </dsp:txXfrm>
    </dsp:sp>
    <dsp:sp modelId="{CAA8EA4F-F42A-478B-869F-139125283DA3}">
      <dsp:nvSpPr>
        <dsp:cNvPr id="0" name=""/>
        <dsp:cNvSpPr/>
      </dsp:nvSpPr>
      <dsp:spPr>
        <a:xfrm>
          <a:off x="6051347" y="3363475"/>
          <a:ext cx="1833041" cy="7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125E7-50DB-45FF-8E9C-D6861A828514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AFA3C-D425-452F-98C9-FB8099AFD79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7004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this is regression and not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that no missing-value strategy was needed if nulls are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out that one-hot encoding is necessary before tensor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that test set should not influence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key to avoid very large MSE magnitudes.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batch shape: X [batch, 8], y [batch].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output shape [batch_size, 1], then squeeze to [batch_size].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where gradients are computed and where weights are updated.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functools.partial to pass loaders/device into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reshape(-1,1) needed by sklearn inverse_transform.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asked, propose saving a checkpoint dict (state_dict + hparams + scalers).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7825" y="735283"/>
            <a:ext cx="3733800" cy="3165045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200" dirty="0"/>
              <a:t>Insurance Charges Prediction with Neural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7825" y="4078423"/>
            <a:ext cx="3733800" cy="2058657"/>
          </a:xfrm>
        </p:spPr>
        <p:txBody>
          <a:bodyPr>
            <a:normAutofit/>
          </a:bodyPr>
          <a:lstStyle/>
          <a:p>
            <a:pPr algn="l"/>
            <a:r>
              <a:rPr lang="es-ES" sz="3000" dirty="0"/>
              <a:t>Deep </a:t>
            </a:r>
            <a:r>
              <a:rPr lang="es-ES" sz="3000" dirty="0" err="1"/>
              <a:t>Learning</a:t>
            </a:r>
            <a:r>
              <a:rPr lang="es-ES" sz="3000" dirty="0"/>
              <a:t> </a:t>
            </a:r>
            <a:r>
              <a:rPr lang="es-ES" sz="3000" dirty="0" err="1"/>
              <a:t>Assignment</a:t>
            </a:r>
            <a:r>
              <a:rPr lang="es-ES" sz="3000" dirty="0"/>
              <a:t> 1</a:t>
            </a:r>
          </a:p>
          <a:p>
            <a:pPr algn="l"/>
            <a:r>
              <a:rPr lang="es-ES" sz="3000" dirty="0"/>
              <a:t>Bernardo Llata , Daniel </a:t>
            </a:r>
            <a:r>
              <a:rPr lang="es-ES" sz="3000" dirty="0" err="1"/>
              <a:t>Sanchez</a:t>
            </a:r>
            <a:r>
              <a:rPr lang="es-ES" sz="3000" dirty="0"/>
              <a:t> , Lucas </a:t>
            </a:r>
            <a:r>
              <a:rPr lang="es-ES" sz="3000" dirty="0" err="1"/>
              <a:t>Stille</a:t>
            </a:r>
            <a:endParaRPr lang="es-ES" sz="3000" dirty="0"/>
          </a:p>
        </p:txBody>
      </p:sp>
      <p:pic>
        <p:nvPicPr>
          <p:cNvPr id="7" name="Graphic 6" descr="Financial">
            <a:extLst>
              <a:ext uri="{FF2B5EF4-FFF2-40B4-BE49-F238E27FC236}">
                <a16:creationId xmlns:a16="http://schemas.microsoft.com/office/drawing/2014/main" id="{7E951B8F-3745-A749-C635-97F987790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11" name="Graphic 10" descr="Financial">
            <a:extLst>
              <a:ext uri="{FF2B5EF4-FFF2-40B4-BE49-F238E27FC236}">
                <a16:creationId xmlns:a16="http://schemas.microsoft.com/office/drawing/2014/main" id="{BE15B0CB-1727-46FF-8C5F-48B4B5FCF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1) Problem Statement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7E251EC-B8B9-C696-DB2B-8E61B1D30A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ADC09A0A-5EF7-45F4-B8EE-54903540B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2178" y="507283"/>
            <a:ext cx="4513172" cy="1544062"/>
          </a:xfrm>
        </p:spPr>
        <p:txBody>
          <a:bodyPr>
            <a:normAutofit/>
          </a:bodyPr>
          <a:lstStyle/>
          <a:p>
            <a:r>
              <a:rPr lang="es-ES" sz="3500"/>
              <a:t>2) Dataset Overview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DD913F-3308-14AC-C449-B0AB1042C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55" y="993177"/>
            <a:ext cx="3596463" cy="15284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D0AACD-39DB-E78D-335F-0A106EAE0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501" y="3736487"/>
            <a:ext cx="1748790" cy="2168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85050C-0B89-D789-34F9-6089148BB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5695" y="3897291"/>
            <a:ext cx="1748790" cy="1847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2178" y="2230733"/>
            <a:ext cx="4513172" cy="3946229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s-ES" sz="2400" dirty="0" err="1"/>
              <a:t>Dataset</a:t>
            </a:r>
            <a:r>
              <a:rPr lang="es-ES" sz="2400" dirty="0"/>
              <a:t> </a:t>
            </a:r>
            <a:r>
              <a:rPr lang="es-ES" sz="2400" dirty="0" err="1"/>
              <a:t>loaded</a:t>
            </a:r>
            <a:r>
              <a:rPr lang="es-ES" sz="2400" dirty="0"/>
              <a:t> </a:t>
            </a:r>
            <a:r>
              <a:rPr lang="es-ES" sz="2400" dirty="0" err="1"/>
              <a:t>from</a:t>
            </a:r>
            <a:r>
              <a:rPr lang="es-ES" sz="2400" dirty="0"/>
              <a:t> insurance.csv.</a:t>
            </a:r>
          </a:p>
          <a:p>
            <a:pPr>
              <a:defRPr sz="2200"/>
            </a:pPr>
            <a:r>
              <a:rPr lang="es-ES" sz="2400" dirty="0"/>
              <a:t>Input </a:t>
            </a:r>
            <a:r>
              <a:rPr lang="es-ES" sz="2400" dirty="0" err="1"/>
              <a:t>features</a:t>
            </a:r>
            <a:r>
              <a:rPr lang="es-ES" sz="2400" dirty="0"/>
              <a:t> </a:t>
            </a:r>
            <a:r>
              <a:rPr lang="es-ES" sz="2400" dirty="0" err="1"/>
              <a:t>include</a:t>
            </a:r>
            <a:r>
              <a:rPr lang="es-ES" sz="2400" dirty="0"/>
              <a:t> </a:t>
            </a:r>
            <a:r>
              <a:rPr lang="es-ES" sz="2400" dirty="0" err="1"/>
              <a:t>age</a:t>
            </a:r>
            <a:r>
              <a:rPr lang="es-ES" sz="2400" dirty="0"/>
              <a:t>, sex, </a:t>
            </a:r>
            <a:r>
              <a:rPr lang="es-ES" sz="2400" dirty="0" err="1"/>
              <a:t>bmi</a:t>
            </a:r>
            <a:r>
              <a:rPr lang="es-ES" sz="2400" dirty="0"/>
              <a:t>, </a:t>
            </a:r>
            <a:r>
              <a:rPr lang="es-ES" sz="2400" dirty="0" err="1"/>
              <a:t>children</a:t>
            </a:r>
            <a:r>
              <a:rPr lang="es-ES" sz="2400" dirty="0"/>
              <a:t>, </a:t>
            </a:r>
            <a:r>
              <a:rPr lang="es-ES" sz="2400" dirty="0" err="1"/>
              <a:t>smoker</a:t>
            </a:r>
            <a:r>
              <a:rPr lang="es-ES" sz="2400" dirty="0"/>
              <a:t>, </a:t>
            </a:r>
            <a:r>
              <a:rPr lang="es-ES" sz="2400" dirty="0" err="1"/>
              <a:t>region</a:t>
            </a:r>
            <a:r>
              <a:rPr lang="es-ES" sz="2400" dirty="0"/>
              <a:t>.</a:t>
            </a:r>
          </a:p>
          <a:p>
            <a:pPr>
              <a:defRPr sz="2200"/>
            </a:pPr>
            <a:r>
              <a:rPr lang="es-ES" sz="2400" dirty="0"/>
              <a:t>Target variable: </a:t>
            </a:r>
            <a:r>
              <a:rPr lang="es-ES" sz="2400" dirty="0" err="1"/>
              <a:t>charges</a:t>
            </a:r>
            <a:r>
              <a:rPr lang="es-ES" sz="2400" dirty="0"/>
              <a:t>.</a:t>
            </a:r>
          </a:p>
          <a:p>
            <a:pPr>
              <a:defRPr sz="2200"/>
            </a:pPr>
            <a:r>
              <a:rPr lang="es-ES" sz="2400" dirty="0" err="1"/>
              <a:t>Initial</a:t>
            </a:r>
            <a:r>
              <a:rPr lang="es-ES" sz="2400" dirty="0"/>
              <a:t> </a:t>
            </a:r>
            <a:r>
              <a:rPr lang="es-ES" sz="2400" dirty="0" err="1"/>
              <a:t>checks</a:t>
            </a:r>
            <a:r>
              <a:rPr lang="es-ES" sz="2400" dirty="0"/>
              <a:t>: data </a:t>
            </a:r>
            <a:r>
              <a:rPr lang="es-ES" sz="2400" dirty="0" err="1"/>
              <a:t>types</a:t>
            </a:r>
            <a:r>
              <a:rPr lang="es-ES" sz="2400" dirty="0"/>
              <a:t>, </a:t>
            </a:r>
            <a:r>
              <a:rPr lang="es-ES" sz="2400" dirty="0" err="1"/>
              <a:t>summary</a:t>
            </a:r>
            <a:r>
              <a:rPr lang="es-ES" sz="2400" dirty="0"/>
              <a:t> </a:t>
            </a:r>
            <a:r>
              <a:rPr lang="es-ES" sz="2400" dirty="0" err="1"/>
              <a:t>statistics</a:t>
            </a:r>
            <a:r>
              <a:rPr lang="es-ES" sz="2400" dirty="0"/>
              <a:t>, </a:t>
            </a:r>
            <a:r>
              <a:rPr lang="es-ES" sz="2400" dirty="0" err="1"/>
              <a:t>missing</a:t>
            </a:r>
            <a:r>
              <a:rPr lang="es-ES" sz="2400" dirty="0"/>
              <a:t> </a:t>
            </a:r>
            <a:r>
              <a:rPr lang="es-ES" sz="2400" dirty="0" err="1"/>
              <a:t>values</a:t>
            </a:r>
            <a:r>
              <a:rPr lang="es-ES" sz="2400" dirty="0"/>
              <a:t>.</a:t>
            </a:r>
          </a:p>
          <a:p>
            <a:pPr marL="0" indent="0">
              <a:buNone/>
              <a:defRPr sz="2200"/>
            </a:pPr>
            <a:endParaRPr lang="es-E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541DB91-0B10-46D9-B34B-7BFF9602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6075" y="-1"/>
            <a:ext cx="7817925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4617" y="365125"/>
            <a:ext cx="4370732" cy="1433433"/>
          </a:xfrm>
        </p:spPr>
        <p:txBody>
          <a:bodyPr anchor="b">
            <a:normAutofit/>
          </a:bodyPr>
          <a:lstStyle/>
          <a:p>
            <a:r>
              <a:rPr lang="es-ES"/>
              <a:t>3) Preprocessing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D24CA9-6CA7-CF8A-B9D3-592DA74E9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22" y="2055813"/>
            <a:ext cx="3877574" cy="3590075"/>
          </a:xfrm>
          <a:prstGeom prst="rect">
            <a:avLst/>
          </a:prstGeom>
        </p:spPr>
      </p:pic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D09EA0E-6D08-87D3-36B2-29759166E8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5180762"/>
              </p:ext>
            </p:extLst>
          </p:nvPr>
        </p:nvGraphicFramePr>
        <p:xfrm>
          <a:off x="4144617" y="2055813"/>
          <a:ext cx="4370733" cy="4121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4700"/>
              <a:t>4) Data Split Strategy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6A34CE-3C93-EAFB-88C6-EBF512B65E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161057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5) Normalization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B7D5FC-562F-4BCA-5D3D-134E613E99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6) Tensor Conversion and DataLoaders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DF5EB071-517D-DC7C-6EC7-4FFC45D4F5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155814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s-ES" sz="3100" dirty="0"/>
              <a:t>7) Neural Network </a:t>
            </a:r>
            <a:r>
              <a:rPr lang="es-ES" sz="3100" dirty="0" err="1"/>
              <a:t>Architecture</a:t>
            </a:r>
            <a:endParaRPr lang="es-ES" sz="3100" dirty="0"/>
          </a:p>
        </p:txBody>
      </p:sp>
      <p:pic>
        <p:nvPicPr>
          <p:cNvPr id="16" name="Picture 15" descr="A network formed by white dots">
            <a:extLst>
              <a:ext uri="{FF2B5EF4-FFF2-40B4-BE49-F238E27FC236}">
                <a16:creationId xmlns:a16="http://schemas.microsoft.com/office/drawing/2014/main" id="{0F5C5424-4170-3038-F4DB-747BD6BB8E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16" b="28183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s-ES" sz="1600" dirty="0" err="1"/>
              <a:t>Model</a:t>
            </a:r>
            <a:r>
              <a:rPr lang="es-ES" sz="1600" dirty="0"/>
              <a:t>: </a:t>
            </a:r>
            <a:r>
              <a:rPr lang="es-ES" sz="1600" dirty="0" err="1"/>
              <a:t>InsuranceNN</a:t>
            </a:r>
            <a:r>
              <a:rPr lang="es-ES" sz="1600" dirty="0"/>
              <a:t>(8 -&gt; h1 -&gt; h2 -&gt; h3 -&gt; 1).</a:t>
            </a:r>
          </a:p>
          <a:p>
            <a:pPr>
              <a:defRPr sz="2200"/>
            </a:pPr>
            <a:r>
              <a:rPr lang="es-ES" sz="1600" dirty="0" err="1"/>
              <a:t>ReLU</a:t>
            </a:r>
            <a:r>
              <a:rPr lang="es-ES" sz="1600" dirty="0"/>
              <a:t> </a:t>
            </a:r>
            <a:r>
              <a:rPr lang="es-ES" sz="1600" dirty="0" err="1"/>
              <a:t>activations</a:t>
            </a:r>
            <a:r>
              <a:rPr lang="es-ES" sz="1600" dirty="0"/>
              <a:t> </a:t>
            </a:r>
            <a:r>
              <a:rPr lang="es-ES" sz="1600" dirty="0" err="1"/>
              <a:t>between</a:t>
            </a:r>
            <a:r>
              <a:rPr lang="es-ES" sz="1600" dirty="0"/>
              <a:t> </a:t>
            </a:r>
            <a:r>
              <a:rPr lang="es-ES" sz="1600" dirty="0" err="1"/>
              <a:t>hidden</a:t>
            </a:r>
            <a:r>
              <a:rPr lang="es-ES" sz="1600" dirty="0"/>
              <a:t> </a:t>
            </a:r>
            <a:r>
              <a:rPr lang="es-ES" sz="1600" dirty="0" err="1"/>
              <a:t>layers</a:t>
            </a:r>
            <a:r>
              <a:rPr lang="es-ES" sz="1600" dirty="0"/>
              <a:t>.</a:t>
            </a:r>
          </a:p>
          <a:p>
            <a:pPr>
              <a:defRPr sz="2200"/>
            </a:pPr>
            <a:r>
              <a:rPr lang="es-ES" sz="1600" dirty="0"/>
              <a:t>Final </a:t>
            </a:r>
            <a:r>
              <a:rPr lang="es-ES" sz="1600" dirty="0" err="1"/>
              <a:t>layer</a:t>
            </a:r>
            <a:r>
              <a:rPr lang="es-ES" sz="1600" dirty="0"/>
              <a:t> has 1 </a:t>
            </a:r>
            <a:r>
              <a:rPr lang="es-ES" sz="1600" dirty="0" err="1"/>
              <a:t>neuron</a:t>
            </a:r>
            <a:r>
              <a:rPr lang="es-ES" sz="1600" dirty="0"/>
              <a:t> (single </a:t>
            </a:r>
            <a:r>
              <a:rPr lang="es-ES" sz="1600" dirty="0" err="1"/>
              <a:t>regression</a:t>
            </a:r>
            <a:r>
              <a:rPr lang="es-ES" sz="1600" dirty="0"/>
              <a:t> </a:t>
            </a:r>
            <a:r>
              <a:rPr lang="es-ES" sz="1600" dirty="0" err="1"/>
              <a:t>prediction</a:t>
            </a:r>
            <a:r>
              <a:rPr lang="es-ES" sz="1600" dirty="0"/>
              <a:t>).</a:t>
            </a:r>
          </a:p>
          <a:p>
            <a:pPr>
              <a:defRPr sz="2200"/>
            </a:pPr>
            <a:r>
              <a:rPr lang="es-ES" sz="1600" dirty="0" err="1"/>
              <a:t>Hyperparameters</a:t>
            </a:r>
            <a:r>
              <a:rPr lang="es-ES" sz="1600" dirty="0"/>
              <a:t> h1, h2, h3 </a:t>
            </a:r>
            <a:r>
              <a:rPr lang="es-ES" sz="1600" dirty="0" err="1"/>
              <a:t>tuned</a:t>
            </a:r>
            <a:r>
              <a:rPr lang="es-ES" sz="1600" dirty="0"/>
              <a:t> </a:t>
            </a:r>
            <a:r>
              <a:rPr lang="es-ES" sz="1600" dirty="0" err="1"/>
              <a:t>with</a:t>
            </a:r>
            <a:r>
              <a:rPr lang="es-ES" sz="1600" dirty="0"/>
              <a:t> </a:t>
            </a:r>
            <a:r>
              <a:rPr lang="es-ES" sz="1600" dirty="0" err="1"/>
              <a:t>Optuna</a:t>
            </a:r>
            <a:r>
              <a:rPr lang="es-ES" sz="16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s-ES" sz="4500"/>
              <a:t>8) Training Loop Logic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DE3DBF-8B98-F25E-F1D6-4640D019DE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112428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s-ES" sz="4200"/>
              <a:t>9) Hyperparameter Tuning (Optuna)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2100" dirty="0"/>
              <a:t>Objective function trains model and returns validation loss.</a:t>
            </a:r>
          </a:p>
          <a:p>
            <a:pPr>
              <a:defRPr sz="2200"/>
            </a:pPr>
            <a:r>
              <a:rPr lang="en-US" sz="2100" dirty="0"/>
              <a:t>Search space: h1, h2, h3 in [16, 128], </a:t>
            </a:r>
            <a:r>
              <a:rPr lang="en-US" sz="2100" dirty="0" err="1"/>
              <a:t>lr</a:t>
            </a:r>
            <a:r>
              <a:rPr lang="en-US" sz="2100" dirty="0"/>
              <a:t> in [1e-5, 1e-2] log-scale.</a:t>
            </a:r>
          </a:p>
          <a:p>
            <a:pPr>
              <a:defRPr sz="2200"/>
            </a:pPr>
            <a:r>
              <a:rPr lang="en-US" sz="2100" dirty="0" err="1"/>
              <a:t>study.optimize</a:t>
            </a:r>
            <a:r>
              <a:rPr lang="en-US" sz="2100" dirty="0"/>
              <a:t>(...) runs multiple trials (</a:t>
            </a:r>
            <a:r>
              <a:rPr lang="en-US" sz="2100" dirty="0" err="1"/>
              <a:t>exmpl</a:t>
            </a:r>
            <a:r>
              <a:rPr lang="en-US" sz="2100" dirty="0"/>
              <a:t>: 30).</a:t>
            </a:r>
          </a:p>
          <a:p>
            <a:pPr>
              <a:defRPr sz="2200"/>
            </a:pPr>
            <a:r>
              <a:rPr lang="en-US" sz="2100" dirty="0"/>
              <a:t>Best params used in final full training.</a:t>
            </a:r>
          </a:p>
          <a:p>
            <a:pPr marL="0" indent="0">
              <a:buNone/>
              <a:defRPr sz="2200"/>
            </a:pPr>
            <a:endParaRPr lang="en-US" sz="21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4E491D8-9EDB-0DDE-EAA9-E4DF2E9F2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3" y="5526038"/>
            <a:ext cx="7535447" cy="358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10) Evaluation and Inference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19703C-F4D5-D3D9-3726-9B93994569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550039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9F1A062-AE5D-BA60-5EBE-77B0E9CFCB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0441" y="4894774"/>
            <a:ext cx="5334744" cy="16194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B510E8-7EF0-3F3E-2B26-52377C80D6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7284" y="4172420"/>
            <a:ext cx="4001058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6075" y="-1"/>
            <a:ext cx="7817925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11) Conclusions and 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6D91BD-BBDA-7C8E-717A-87BC512A99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5975848"/>
              </p:ext>
            </p:extLst>
          </p:nvPr>
        </p:nvGraphicFramePr>
        <p:xfrm>
          <a:off x="628650" y="2011729"/>
          <a:ext cx="78867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694</Words>
  <Application>Microsoft Office PowerPoint</Application>
  <PresentationFormat>On-screen Show (4:3)</PresentationFormat>
  <Paragraphs>74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Insurance Charges Prediction with Neural Networks</vt:lpstr>
      <vt:lpstr>1) Problem Statement</vt:lpstr>
      <vt:lpstr>2) Dataset Overview</vt:lpstr>
      <vt:lpstr>3) Preprocessing Pipeline</vt:lpstr>
      <vt:lpstr>4) Data Split Strategy</vt:lpstr>
      <vt:lpstr>5) Normalization</vt:lpstr>
      <vt:lpstr>6) Tensor Conversion and DataLoaders</vt:lpstr>
      <vt:lpstr>7) Neural Network Architecture</vt:lpstr>
      <vt:lpstr>8) Training Loop Logic</vt:lpstr>
      <vt:lpstr>9) Hyperparameter Tuning (Optuna)</vt:lpstr>
      <vt:lpstr>10) Evaluation and Inference</vt:lpstr>
      <vt:lpstr>11) Conclusions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Bernardo Llata Barata</cp:lastModifiedBy>
  <cp:revision>3</cp:revision>
  <dcterms:created xsi:type="dcterms:W3CDTF">2013-01-27T09:14:16Z</dcterms:created>
  <dcterms:modified xsi:type="dcterms:W3CDTF">2026-03-25T11:11:00Z</dcterms:modified>
  <cp:category/>
</cp:coreProperties>
</file>